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8" r:id="rId4"/>
    <p:sldId id="261" r:id="rId5"/>
    <p:sldId id="260" r:id="rId6"/>
    <p:sldId id="263" r:id="rId7"/>
    <p:sldId id="257" r:id="rId8"/>
  </p:sld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B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69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989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F852A-829E-D766-06DE-F87E1B39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03A1B7-302C-A2D2-90CE-8670ACA487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C4E69-DC8B-A423-D7D1-6AC371EF7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D2BB0-53FB-4DC3-8A37-A52D84C5F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6012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CD033-A58A-7B5C-ECCF-623292A1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C72F9-3136-04AC-F5F5-D9C49641BD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F0D38-A945-02C3-1B1A-FE81168E4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7AD27-7537-283A-24D8-46CCFFDAA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39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B8466-51AB-1BF7-55F3-FC08BA5E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DFDFE-A0C1-A3B3-F45F-0D6CB2C42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CA986-29AF-66A9-78FC-4545493B3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D74AE-7568-B8EC-AB81-DEE23E4CA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05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ABCF-B736-6BB1-B191-E08EEAAF9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26DC2-D835-3B5A-B078-791C295AF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490D8-AB28-8377-F23D-1FE77B842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29283-6487-34BB-4FC9-B9B18CF26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64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B80C-DE30-7173-DC53-D8EE269F9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EBEE9-9237-F6B1-162F-78529F438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73A4E-2CB2-DF65-F3C7-FBE485FF77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603FA-45B0-80F2-4ED3-2409023221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696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80738-6638-6AAE-DFA8-035F36A8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F6C163-8BB2-2F27-056C-CAEEEF298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AA7A25-CDCA-1BD9-FD98-D6DAED3AF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23878-DDE5-A740-0225-B4DC59572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19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ln/>
          <a:effectLst>
            <a:outerShdw blurRad="266700" dist="57150" dir="5400000" algn="bl" rotWithShape="0">
              <a:srgbClr val="14161C">
                <a:alpha val="18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495300" y="647700"/>
            <a:ext cx="6781800" cy="9525"/>
          </a:xfrm>
          <a:prstGeom prst="rect">
            <a:avLst/>
          </a:prstGeom>
          <a:solidFill>
            <a:srgbClr val="1C1D1F"/>
          </a:solidFill>
          <a:ln/>
        </p:spPr>
      </p:sp>
      <p:sp>
        <p:nvSpPr>
          <p:cNvPr id="4" name="Text 2"/>
          <p:cNvSpPr/>
          <p:nvPr/>
        </p:nvSpPr>
        <p:spPr>
          <a:xfrm>
            <a:off x="495300" y="381000"/>
            <a:ext cx="7850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318468" y="390525"/>
            <a:ext cx="17851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A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ACCESSORY PROGRAM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5300" y="828675"/>
            <a:ext cx="745998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30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Accessory Combination Guide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95300" y="1148655"/>
            <a:ext cx="7459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악세서리 결합 가이드 · 설치 위치별 결합 조합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495300" y="1462980"/>
            <a:ext cx="6781800" cy="590550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/>
        </p:spPr>
      </p:sp>
      <p:sp>
        <p:nvSpPr>
          <p:cNvPr id="9" name="Shape 7"/>
          <p:cNvSpPr/>
          <p:nvPr/>
        </p:nvSpPr>
        <p:spPr>
          <a:xfrm>
            <a:off x="495300" y="2044005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0" name="Shape 8"/>
          <p:cNvSpPr/>
          <p:nvPr/>
        </p:nvSpPr>
        <p:spPr>
          <a:xfrm>
            <a:off x="495300" y="146298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1" name="Shape 9"/>
          <p:cNvSpPr/>
          <p:nvPr/>
        </p:nvSpPr>
        <p:spPr>
          <a:xfrm>
            <a:off x="495300" y="1462980"/>
            <a:ext cx="38100" cy="590550"/>
          </a:xfrm>
          <a:prstGeom prst="rect">
            <a:avLst/>
          </a:prstGeom>
          <a:solidFill>
            <a:srgbClr val="3F6CB0"/>
          </a:solidFill>
          <a:ln/>
        </p:spPr>
      </p:sp>
      <p:sp>
        <p:nvSpPr>
          <p:cNvPr id="12" name="Shape 10"/>
          <p:cNvSpPr/>
          <p:nvPr/>
        </p:nvSpPr>
        <p:spPr>
          <a:xfrm>
            <a:off x="7267575" y="1462980"/>
            <a:ext cx="9525" cy="59055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0239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4" name="Text 12"/>
          <p:cNvSpPr/>
          <p:nvPr/>
        </p:nvSpPr>
        <p:spPr>
          <a:xfrm>
            <a:off x="704850" y="1596330"/>
            <a:ext cx="244633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· 설치 위치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704850" y="1729680"/>
            <a:ext cx="24463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</a:t>
            </a:r>
            <a:r>
              <a:rPr lang="en-US" sz="9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벽면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43650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7" name="Text 15"/>
          <p:cNvSpPr/>
          <p:nvPr/>
        </p:nvSpPr>
        <p:spPr>
          <a:xfrm>
            <a:off x="3281214" y="1596330"/>
            <a:ext cx="318008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CAMERA · 대상 카메라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281214" y="1729680"/>
            <a:ext cx="31800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 </a:t>
            </a:r>
            <a:r>
              <a:rPr lang="en-US" sz="900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Network Camera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24625" y="1596330"/>
            <a:ext cx="6477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6524625" y="1729680"/>
            <a:ext cx="64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5300" y="2282130"/>
            <a:ext cx="18440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8A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COMBINATIONS · 결합 조합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286000" y="2339280"/>
            <a:ext cx="49911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23" name="Shape 21"/>
          <p:cNvSpPr/>
          <p:nvPr/>
        </p:nvSpPr>
        <p:spPr>
          <a:xfrm>
            <a:off x="495300" y="2539305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4825" y="2548830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0150" y="2548830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26" name="Text 24"/>
          <p:cNvSpPr/>
          <p:nvPr/>
        </p:nvSpPr>
        <p:spPr>
          <a:xfrm>
            <a:off x="600075" y="2908548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0075" y="3079998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install</a:t>
            </a:r>
            <a:endParaRPr lang="en-US" sz="713" dirty="0"/>
          </a:p>
        </p:txBody>
      </p:sp>
      <p:sp>
        <p:nvSpPr>
          <p:cNvPr id="28" name="Shape 26"/>
          <p:cNvSpPr/>
          <p:nvPr/>
        </p:nvSpPr>
        <p:spPr>
          <a:xfrm>
            <a:off x="14954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04950" y="267265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2672655"/>
            <a:ext cx="590550" cy="59055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39168" y="3329880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439168" y="3448943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33" name="Text 30"/>
          <p:cNvSpPr/>
          <p:nvPr/>
        </p:nvSpPr>
        <p:spPr>
          <a:xfrm>
            <a:off x="2282279" y="2839343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25622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716411" y="2920305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36" name="Text 33"/>
          <p:cNvSpPr/>
          <p:nvPr/>
        </p:nvSpPr>
        <p:spPr>
          <a:xfrm>
            <a:off x="2623096" y="3329880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129" name="Shape 119"/>
          <p:cNvSpPr/>
          <p:nvPr/>
        </p:nvSpPr>
        <p:spPr>
          <a:xfrm>
            <a:off x="495300" y="948690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0" name="Text 120"/>
          <p:cNvSpPr/>
          <p:nvPr/>
        </p:nvSpPr>
        <p:spPr>
          <a:xfrm>
            <a:off x="495300" y="9648825"/>
            <a:ext cx="211236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 · ACCESSORY COMBINATION GUIDE</a:t>
            </a:r>
            <a:endParaRPr lang="en-US" sz="638" dirty="0"/>
          </a:p>
        </p:txBody>
      </p:sp>
      <p:sp>
        <p:nvSpPr>
          <p:cNvPr id="131" name="Text 121"/>
          <p:cNvSpPr/>
          <p:nvPr/>
        </p:nvSpPr>
        <p:spPr>
          <a:xfrm>
            <a:off x="4627662" y="9648825"/>
            <a:ext cx="51360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 · 01</a:t>
            </a:r>
            <a:endParaRPr lang="en-US" sz="638" dirty="0"/>
          </a:p>
        </p:txBody>
      </p:sp>
      <p:sp>
        <p:nvSpPr>
          <p:cNvPr id="132" name="Shape 34">
            <a:extLst>
              <a:ext uri="{FF2B5EF4-FFF2-40B4-BE49-F238E27FC236}">
                <a16:creationId xmlns:a16="http://schemas.microsoft.com/office/drawing/2014/main" id="{997C1B83-6AFC-CAC0-6195-5FEA10F35C0F}"/>
              </a:ext>
            </a:extLst>
          </p:cNvPr>
          <p:cNvSpPr/>
          <p:nvPr/>
        </p:nvSpPr>
        <p:spPr>
          <a:xfrm>
            <a:off x="495300" y="3770858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4" name="Cross 133">
            <a:extLst>
              <a:ext uri="{FF2B5EF4-FFF2-40B4-BE49-F238E27FC236}">
                <a16:creationId xmlns:a16="http://schemas.microsoft.com/office/drawing/2014/main" id="{960501C8-A622-F74D-771F-E6E2FC734702}"/>
              </a:ext>
            </a:extLst>
          </p:cNvPr>
          <p:cNvSpPr/>
          <p:nvPr/>
        </p:nvSpPr>
        <p:spPr>
          <a:xfrm>
            <a:off x="3722079" y="4174888"/>
            <a:ext cx="328241" cy="328241"/>
          </a:xfrm>
          <a:prstGeom prst="plus">
            <a:avLst>
              <a:gd name="adj" fmla="val 4096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9FB4D358-A0A6-C9A6-874A-000E2785B948}"/>
              </a:ext>
            </a:extLst>
          </p:cNvPr>
          <p:cNvSpPr/>
          <p:nvPr/>
        </p:nvSpPr>
        <p:spPr>
          <a:xfrm>
            <a:off x="3587115" y="4043063"/>
            <a:ext cx="638175" cy="618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EA5F15D-3541-614F-9118-1265D34C53B5}"/>
              </a:ext>
            </a:extLst>
          </p:cNvPr>
          <p:cNvSpPr txBox="1"/>
          <p:nvPr/>
        </p:nvSpPr>
        <p:spPr>
          <a:xfrm>
            <a:off x="2562225" y="5072538"/>
            <a:ext cx="35125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배너의 </a:t>
            </a:r>
            <a:r>
              <a:rPr lang="en-US" altLang="ko-KR" dirty="0">
                <a:solidFill>
                  <a:srgbClr val="FF0000"/>
                </a:solidFill>
              </a:rPr>
              <a:t>+</a:t>
            </a:r>
            <a:r>
              <a:rPr lang="ko-KR" altLang="en-US" dirty="0">
                <a:solidFill>
                  <a:srgbClr val="FF0000"/>
                </a:solidFill>
              </a:rPr>
              <a:t>를 클릭하면 선택 가능한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악세서리 조합 옵션이 나타남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21E51B-7AF8-176D-61C1-6075BEF9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34">
            <a:extLst>
              <a:ext uri="{FF2B5EF4-FFF2-40B4-BE49-F238E27FC236}">
                <a16:creationId xmlns:a16="http://schemas.microsoft.com/office/drawing/2014/main" id="{508FC33B-863F-2C72-EDE7-140E3FBD5808}"/>
              </a:ext>
            </a:extLst>
          </p:cNvPr>
          <p:cNvSpPr/>
          <p:nvPr/>
        </p:nvSpPr>
        <p:spPr>
          <a:xfrm>
            <a:off x="495300" y="3770858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4" name="Shape 34">
            <a:extLst>
              <a:ext uri="{FF2B5EF4-FFF2-40B4-BE49-F238E27FC236}">
                <a16:creationId xmlns:a16="http://schemas.microsoft.com/office/drawing/2014/main" id="{0D490F4D-33AD-6C9D-729D-B2B33682D3E2}"/>
              </a:ext>
            </a:extLst>
          </p:cNvPr>
          <p:cNvSpPr/>
          <p:nvPr/>
        </p:nvSpPr>
        <p:spPr>
          <a:xfrm>
            <a:off x="419099" y="3770858"/>
            <a:ext cx="7162801" cy="4670650"/>
          </a:xfrm>
          <a:prstGeom prst="roundRect">
            <a:avLst>
              <a:gd name="adj" fmla="val 1278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C480AA6-F58C-B463-0D6F-B42A49DAC858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ln/>
          <a:effectLst>
            <a:outerShdw blurRad="266700" dist="57150" dir="5400000" algn="bl" rotWithShape="0">
              <a:srgbClr val="14161C">
                <a:alpha val="18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5A0507A-7179-06C8-B70A-A2A26FD92745}"/>
              </a:ext>
            </a:extLst>
          </p:cNvPr>
          <p:cNvSpPr/>
          <p:nvPr/>
        </p:nvSpPr>
        <p:spPr>
          <a:xfrm>
            <a:off x="495300" y="647700"/>
            <a:ext cx="6781800" cy="9525"/>
          </a:xfrm>
          <a:prstGeom prst="rect">
            <a:avLst/>
          </a:prstGeom>
          <a:solidFill>
            <a:srgbClr val="1C1D1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C4A4687-9EDC-0E65-290C-FEA848875A64}"/>
              </a:ext>
            </a:extLst>
          </p:cNvPr>
          <p:cNvSpPr/>
          <p:nvPr/>
        </p:nvSpPr>
        <p:spPr>
          <a:xfrm>
            <a:off x="495300" y="381000"/>
            <a:ext cx="7850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1649E3C-1743-7F20-9C0B-12941411A4CD}"/>
              </a:ext>
            </a:extLst>
          </p:cNvPr>
          <p:cNvSpPr/>
          <p:nvPr/>
        </p:nvSpPr>
        <p:spPr>
          <a:xfrm>
            <a:off x="1318468" y="390525"/>
            <a:ext cx="17851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A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ACCESSORY PROGRAM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F3702C4-BE15-D391-2543-DAF5C7C4691C}"/>
              </a:ext>
            </a:extLst>
          </p:cNvPr>
          <p:cNvSpPr/>
          <p:nvPr/>
        </p:nvSpPr>
        <p:spPr>
          <a:xfrm>
            <a:off x="495300" y="828675"/>
            <a:ext cx="745998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30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Accessory Combination Guide</a:t>
            </a:r>
            <a:endParaRPr lang="en-US" sz="1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BFC460-E6F4-0543-678E-F2DAEE40E614}"/>
              </a:ext>
            </a:extLst>
          </p:cNvPr>
          <p:cNvSpPr/>
          <p:nvPr/>
        </p:nvSpPr>
        <p:spPr>
          <a:xfrm>
            <a:off x="495300" y="1148655"/>
            <a:ext cx="7459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악세서리 결합 가이드 · 설치 위치별 결합 조합</a:t>
            </a:r>
            <a:endParaRPr lang="en-US" sz="975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D1BFB59-5A73-98BB-1601-E13E226B8993}"/>
              </a:ext>
            </a:extLst>
          </p:cNvPr>
          <p:cNvSpPr/>
          <p:nvPr/>
        </p:nvSpPr>
        <p:spPr>
          <a:xfrm>
            <a:off x="495300" y="1462980"/>
            <a:ext cx="6781800" cy="590550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2858CB8-9702-8547-69EF-AE0175E271DC}"/>
              </a:ext>
            </a:extLst>
          </p:cNvPr>
          <p:cNvSpPr/>
          <p:nvPr/>
        </p:nvSpPr>
        <p:spPr>
          <a:xfrm>
            <a:off x="495300" y="2044005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953B1D3-6E35-7B8A-288A-0A4005B7FF5D}"/>
              </a:ext>
            </a:extLst>
          </p:cNvPr>
          <p:cNvSpPr/>
          <p:nvPr/>
        </p:nvSpPr>
        <p:spPr>
          <a:xfrm>
            <a:off x="495300" y="146298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2C4AAEF-448F-E3C8-4152-7166AC204C85}"/>
              </a:ext>
            </a:extLst>
          </p:cNvPr>
          <p:cNvSpPr/>
          <p:nvPr/>
        </p:nvSpPr>
        <p:spPr>
          <a:xfrm>
            <a:off x="495300" y="1462980"/>
            <a:ext cx="38100" cy="590550"/>
          </a:xfrm>
          <a:prstGeom prst="rect">
            <a:avLst/>
          </a:prstGeom>
          <a:solidFill>
            <a:srgbClr val="3F6CB0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1D75343-07BA-290E-3D84-305B61B54A10}"/>
              </a:ext>
            </a:extLst>
          </p:cNvPr>
          <p:cNvSpPr/>
          <p:nvPr/>
        </p:nvSpPr>
        <p:spPr>
          <a:xfrm>
            <a:off x="7267575" y="1462980"/>
            <a:ext cx="9525" cy="59055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BE3DDE7-A2CC-37D3-6298-7D8F6731B92B}"/>
              </a:ext>
            </a:extLst>
          </p:cNvPr>
          <p:cNvSpPr/>
          <p:nvPr/>
        </p:nvSpPr>
        <p:spPr>
          <a:xfrm>
            <a:off x="3100239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319D440-BEAB-E618-5D4A-8C3520F1865A}"/>
              </a:ext>
            </a:extLst>
          </p:cNvPr>
          <p:cNvSpPr/>
          <p:nvPr/>
        </p:nvSpPr>
        <p:spPr>
          <a:xfrm>
            <a:off x="704850" y="1596330"/>
            <a:ext cx="244633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· 설치 위치</a:t>
            </a:r>
            <a:endParaRPr lang="en-US" sz="675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C82B8762-7618-4691-B245-609F53B508FA}"/>
              </a:ext>
            </a:extLst>
          </p:cNvPr>
          <p:cNvSpPr/>
          <p:nvPr/>
        </p:nvSpPr>
        <p:spPr>
          <a:xfrm>
            <a:off x="704850" y="1729680"/>
            <a:ext cx="24463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</a:t>
            </a:r>
            <a:r>
              <a:rPr lang="en-US" sz="9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벽면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9EAC479-96D3-B1E0-5658-53FD3F7B05DF}"/>
              </a:ext>
            </a:extLst>
          </p:cNvPr>
          <p:cNvSpPr/>
          <p:nvPr/>
        </p:nvSpPr>
        <p:spPr>
          <a:xfrm>
            <a:off x="6343650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804F737-D3B3-E623-A1B4-4411DF719D63}"/>
              </a:ext>
            </a:extLst>
          </p:cNvPr>
          <p:cNvSpPr/>
          <p:nvPr/>
        </p:nvSpPr>
        <p:spPr>
          <a:xfrm>
            <a:off x="3281214" y="1596330"/>
            <a:ext cx="318008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CAMERA · 대상 카메라</a:t>
            </a:r>
            <a:endParaRPr lang="en-US" sz="675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64FBA39-29FA-AF9B-84CC-CF894F8D1430}"/>
              </a:ext>
            </a:extLst>
          </p:cNvPr>
          <p:cNvSpPr/>
          <p:nvPr/>
        </p:nvSpPr>
        <p:spPr>
          <a:xfrm>
            <a:off x="3281214" y="1729680"/>
            <a:ext cx="31800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 </a:t>
            </a:r>
            <a:r>
              <a:rPr lang="en-US" sz="900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Network Camera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2D179B9-A4F0-8DCA-AA5C-ECB3BADB6C27}"/>
              </a:ext>
            </a:extLst>
          </p:cNvPr>
          <p:cNvSpPr/>
          <p:nvPr/>
        </p:nvSpPr>
        <p:spPr>
          <a:xfrm>
            <a:off x="6524625" y="1596330"/>
            <a:ext cx="6477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</a:t>
            </a:r>
            <a:endParaRPr lang="en-US" sz="675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DFC8FB3-C235-1BC5-6162-154BA518D2D9}"/>
              </a:ext>
            </a:extLst>
          </p:cNvPr>
          <p:cNvSpPr/>
          <p:nvPr/>
        </p:nvSpPr>
        <p:spPr>
          <a:xfrm>
            <a:off x="6524625" y="1729680"/>
            <a:ext cx="64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9092F0B-F3E9-A111-5819-D4AF15EA5760}"/>
              </a:ext>
            </a:extLst>
          </p:cNvPr>
          <p:cNvSpPr/>
          <p:nvPr/>
        </p:nvSpPr>
        <p:spPr>
          <a:xfrm>
            <a:off x="495300" y="2282130"/>
            <a:ext cx="18440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8A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COMBINATIONS · 결합 조합</a:t>
            </a:r>
            <a:endParaRPr lang="en-US" sz="7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E35E4DE-A04A-EB7C-CF6B-F3F054A97E87}"/>
              </a:ext>
            </a:extLst>
          </p:cNvPr>
          <p:cNvSpPr/>
          <p:nvPr/>
        </p:nvSpPr>
        <p:spPr>
          <a:xfrm>
            <a:off x="2286000" y="2339280"/>
            <a:ext cx="49911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4F39456-57AB-69B1-15D4-1A05762C676B}"/>
              </a:ext>
            </a:extLst>
          </p:cNvPr>
          <p:cNvSpPr/>
          <p:nvPr/>
        </p:nvSpPr>
        <p:spPr>
          <a:xfrm>
            <a:off x="495300" y="2539305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E5D772F-1CF4-3018-FF26-99BFBC18B241}"/>
              </a:ext>
            </a:extLst>
          </p:cNvPr>
          <p:cNvSpPr/>
          <p:nvPr/>
        </p:nvSpPr>
        <p:spPr>
          <a:xfrm>
            <a:off x="504825" y="2548830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B688F763-3639-9E8E-97F8-F59CE808670F}"/>
              </a:ext>
            </a:extLst>
          </p:cNvPr>
          <p:cNvSpPr/>
          <p:nvPr/>
        </p:nvSpPr>
        <p:spPr>
          <a:xfrm>
            <a:off x="1200150" y="2548830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085D156-3275-D891-3CD0-96A008BE30D9}"/>
              </a:ext>
            </a:extLst>
          </p:cNvPr>
          <p:cNvSpPr/>
          <p:nvPr/>
        </p:nvSpPr>
        <p:spPr>
          <a:xfrm>
            <a:off x="600075" y="2908548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WL-01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43ABFC2-C3CC-10EE-BC9D-417097920735}"/>
              </a:ext>
            </a:extLst>
          </p:cNvPr>
          <p:cNvSpPr/>
          <p:nvPr/>
        </p:nvSpPr>
        <p:spPr>
          <a:xfrm>
            <a:off x="600075" y="3079998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install</a:t>
            </a:r>
            <a:endParaRPr lang="en-US" sz="713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08742A62-93A9-E38B-A59B-1F3715A6A735}"/>
              </a:ext>
            </a:extLst>
          </p:cNvPr>
          <p:cNvSpPr/>
          <p:nvPr/>
        </p:nvSpPr>
        <p:spPr>
          <a:xfrm>
            <a:off x="14954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B8A225D-1FD1-6B81-2337-439C46BD8D8C}"/>
              </a:ext>
            </a:extLst>
          </p:cNvPr>
          <p:cNvSpPr/>
          <p:nvPr/>
        </p:nvSpPr>
        <p:spPr>
          <a:xfrm>
            <a:off x="1504950" y="267265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A7B33723-0B22-B546-E357-AC70DE8836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2672655"/>
            <a:ext cx="590550" cy="590550"/>
          </a:xfrm>
          <a:prstGeom prst="rect">
            <a:avLst/>
          </a:prstGeom>
        </p:spPr>
      </p:pic>
      <p:sp>
        <p:nvSpPr>
          <p:cNvPr id="31" name="Text 28">
            <a:extLst>
              <a:ext uri="{FF2B5EF4-FFF2-40B4-BE49-F238E27FC236}">
                <a16:creationId xmlns:a16="http://schemas.microsoft.com/office/drawing/2014/main" id="{0256024E-6F03-69D4-413D-84F3008BCD5A}"/>
              </a:ext>
            </a:extLst>
          </p:cNvPr>
          <p:cNvSpPr/>
          <p:nvPr/>
        </p:nvSpPr>
        <p:spPr>
          <a:xfrm>
            <a:off x="1439168" y="3329880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440E0179-7FD2-C862-6E04-6E8DE4216D29}"/>
              </a:ext>
            </a:extLst>
          </p:cNvPr>
          <p:cNvSpPr/>
          <p:nvPr/>
        </p:nvSpPr>
        <p:spPr>
          <a:xfrm>
            <a:off x="1439168" y="3448943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45208805-4E28-5902-8D30-086CE3816537}"/>
              </a:ext>
            </a:extLst>
          </p:cNvPr>
          <p:cNvSpPr/>
          <p:nvPr/>
        </p:nvSpPr>
        <p:spPr>
          <a:xfrm>
            <a:off x="2282279" y="2839343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8B29E26F-B68C-D6B0-851D-A8B7FAB176BA}"/>
              </a:ext>
            </a:extLst>
          </p:cNvPr>
          <p:cNvSpPr/>
          <p:nvPr/>
        </p:nvSpPr>
        <p:spPr>
          <a:xfrm>
            <a:off x="25622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2E4D4F12-7E0B-4A3B-69F7-67019B31581C}"/>
              </a:ext>
            </a:extLst>
          </p:cNvPr>
          <p:cNvSpPr/>
          <p:nvPr/>
        </p:nvSpPr>
        <p:spPr>
          <a:xfrm>
            <a:off x="2716411" y="2920305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0357CFC6-4E4D-453D-6852-0A1FF41C202F}"/>
              </a:ext>
            </a:extLst>
          </p:cNvPr>
          <p:cNvSpPr/>
          <p:nvPr/>
        </p:nvSpPr>
        <p:spPr>
          <a:xfrm>
            <a:off x="2623096" y="3329880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129" name="Shape 119">
            <a:extLst>
              <a:ext uri="{FF2B5EF4-FFF2-40B4-BE49-F238E27FC236}">
                <a16:creationId xmlns:a16="http://schemas.microsoft.com/office/drawing/2014/main" id="{43859F00-CC1D-C407-1F1B-2EAE4C22B79C}"/>
              </a:ext>
            </a:extLst>
          </p:cNvPr>
          <p:cNvSpPr/>
          <p:nvPr/>
        </p:nvSpPr>
        <p:spPr>
          <a:xfrm>
            <a:off x="495300" y="948690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0" name="Text 120">
            <a:extLst>
              <a:ext uri="{FF2B5EF4-FFF2-40B4-BE49-F238E27FC236}">
                <a16:creationId xmlns:a16="http://schemas.microsoft.com/office/drawing/2014/main" id="{83289F88-CB2A-F325-43CB-CEC6CBF0E5D5}"/>
              </a:ext>
            </a:extLst>
          </p:cNvPr>
          <p:cNvSpPr/>
          <p:nvPr/>
        </p:nvSpPr>
        <p:spPr>
          <a:xfrm>
            <a:off x="495300" y="9648825"/>
            <a:ext cx="211236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 · ACCESSORY COMBINATION GUIDE</a:t>
            </a:r>
            <a:endParaRPr lang="en-US" sz="638" dirty="0"/>
          </a:p>
        </p:txBody>
      </p:sp>
      <p:sp>
        <p:nvSpPr>
          <p:cNvPr id="131" name="Text 121">
            <a:extLst>
              <a:ext uri="{FF2B5EF4-FFF2-40B4-BE49-F238E27FC236}">
                <a16:creationId xmlns:a16="http://schemas.microsoft.com/office/drawing/2014/main" id="{78B56FC2-E9C8-919B-9B9B-9CB46F811AB7}"/>
              </a:ext>
            </a:extLst>
          </p:cNvPr>
          <p:cNvSpPr/>
          <p:nvPr/>
        </p:nvSpPr>
        <p:spPr>
          <a:xfrm>
            <a:off x="4627662" y="9648825"/>
            <a:ext cx="51360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 · 01</a:t>
            </a:r>
            <a:endParaRPr lang="en-US" sz="638" dirty="0"/>
          </a:p>
        </p:txBody>
      </p:sp>
      <p:sp>
        <p:nvSpPr>
          <p:cNvPr id="134" name="Cross 133">
            <a:extLst>
              <a:ext uri="{FF2B5EF4-FFF2-40B4-BE49-F238E27FC236}">
                <a16:creationId xmlns:a16="http://schemas.microsoft.com/office/drawing/2014/main" id="{9C7678B3-F68E-CEA8-E8CA-94F60AA60D1C}"/>
              </a:ext>
            </a:extLst>
          </p:cNvPr>
          <p:cNvSpPr/>
          <p:nvPr/>
        </p:nvSpPr>
        <p:spPr>
          <a:xfrm>
            <a:off x="3722079" y="4174888"/>
            <a:ext cx="328241" cy="328241"/>
          </a:xfrm>
          <a:prstGeom prst="plus">
            <a:avLst>
              <a:gd name="adj" fmla="val 4096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A478ED4-172A-DCC2-BC2C-5516B68BB7FB}"/>
              </a:ext>
            </a:extLst>
          </p:cNvPr>
          <p:cNvGrpSpPr/>
          <p:nvPr/>
        </p:nvGrpSpPr>
        <p:grpSpPr>
          <a:xfrm>
            <a:off x="499857" y="3875634"/>
            <a:ext cx="6767718" cy="4565874"/>
            <a:chOff x="1014618" y="4837137"/>
            <a:chExt cx="5302652" cy="3954597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CC11B844-7A8A-1DF2-C156-BD69F61796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16213"/>
            <a:stretch>
              <a:fillRect/>
            </a:stretch>
          </p:blipFill>
          <p:spPr>
            <a:xfrm>
              <a:off x="1014618" y="4837137"/>
              <a:ext cx="5302652" cy="3954597"/>
            </a:xfrm>
            <a:prstGeom prst="rect">
              <a:avLst/>
            </a:prstGeom>
          </p:spPr>
        </p:pic>
        <p:sp>
          <p:nvSpPr>
            <p:cNvPr id="38" name="Cross 37">
              <a:extLst>
                <a:ext uri="{FF2B5EF4-FFF2-40B4-BE49-F238E27FC236}">
                  <a16:creationId xmlns:a16="http://schemas.microsoft.com/office/drawing/2014/main" id="{4714F321-31CC-FB17-2D16-B01AC45F881A}"/>
                </a:ext>
              </a:extLst>
            </p:cNvPr>
            <p:cNvSpPr/>
            <p:nvPr/>
          </p:nvSpPr>
          <p:spPr>
            <a:xfrm>
              <a:off x="5695949" y="5180407"/>
              <a:ext cx="328241" cy="328241"/>
            </a:xfrm>
            <a:prstGeom prst="plus">
              <a:avLst>
                <a:gd name="adj" fmla="val 4096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Cross 38">
              <a:extLst>
                <a:ext uri="{FF2B5EF4-FFF2-40B4-BE49-F238E27FC236}">
                  <a16:creationId xmlns:a16="http://schemas.microsoft.com/office/drawing/2014/main" id="{1933FF6F-303D-F546-4398-65045E36BDF0}"/>
                </a:ext>
              </a:extLst>
            </p:cNvPr>
            <p:cNvSpPr/>
            <p:nvPr/>
          </p:nvSpPr>
          <p:spPr>
            <a:xfrm>
              <a:off x="5695949" y="6066232"/>
              <a:ext cx="328241" cy="328241"/>
            </a:xfrm>
            <a:prstGeom prst="plus">
              <a:avLst>
                <a:gd name="adj" fmla="val 4096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Cross 39">
              <a:extLst>
                <a:ext uri="{FF2B5EF4-FFF2-40B4-BE49-F238E27FC236}">
                  <a16:creationId xmlns:a16="http://schemas.microsoft.com/office/drawing/2014/main" id="{B4465064-FED5-0084-725D-00606BDFF33D}"/>
                </a:ext>
              </a:extLst>
            </p:cNvPr>
            <p:cNvSpPr/>
            <p:nvPr/>
          </p:nvSpPr>
          <p:spPr>
            <a:xfrm>
              <a:off x="5695949" y="7018732"/>
              <a:ext cx="328241" cy="328241"/>
            </a:xfrm>
            <a:prstGeom prst="plus">
              <a:avLst>
                <a:gd name="adj" fmla="val 4096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Cross 40">
              <a:extLst>
                <a:ext uri="{FF2B5EF4-FFF2-40B4-BE49-F238E27FC236}">
                  <a16:creationId xmlns:a16="http://schemas.microsoft.com/office/drawing/2014/main" id="{FEFF5195-52AB-8901-B936-2FC064D57C08}"/>
                </a:ext>
              </a:extLst>
            </p:cNvPr>
            <p:cNvSpPr/>
            <p:nvPr/>
          </p:nvSpPr>
          <p:spPr>
            <a:xfrm>
              <a:off x="5695949" y="7952182"/>
              <a:ext cx="328241" cy="328241"/>
            </a:xfrm>
            <a:prstGeom prst="plus">
              <a:avLst>
                <a:gd name="adj" fmla="val 4096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DF002A13-F812-EA84-C5C8-7EC671947DC7}"/>
              </a:ext>
            </a:extLst>
          </p:cNvPr>
          <p:cNvSpPr/>
          <p:nvPr/>
        </p:nvSpPr>
        <p:spPr>
          <a:xfrm>
            <a:off x="7334250" y="3903993"/>
            <a:ext cx="200025" cy="35967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0B02608-0DF9-6EC4-0AB7-A1E11D0C27AA}"/>
              </a:ext>
            </a:extLst>
          </p:cNvPr>
          <p:cNvSpPr/>
          <p:nvPr/>
        </p:nvSpPr>
        <p:spPr>
          <a:xfrm>
            <a:off x="312420" y="3697989"/>
            <a:ext cx="7374255" cy="49697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D28961A-B3AE-BC3B-EABF-C87991E823A6}"/>
              </a:ext>
            </a:extLst>
          </p:cNvPr>
          <p:cNvSpPr/>
          <p:nvPr/>
        </p:nvSpPr>
        <p:spPr>
          <a:xfrm>
            <a:off x="6362700" y="4150946"/>
            <a:ext cx="638175" cy="618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12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5ABEB0-4C7B-FD1E-D2F6-BCD334A3C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5D2CBA-8C4B-27A6-5B00-F848775D76DC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ln/>
          <a:effectLst>
            <a:outerShdw blurRad="266700" dist="57150" dir="5400000" algn="bl" rotWithShape="0">
              <a:srgbClr val="14161C">
                <a:alpha val="18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A78DB8-6355-10CD-F922-4B8AD55A1A82}"/>
              </a:ext>
            </a:extLst>
          </p:cNvPr>
          <p:cNvSpPr/>
          <p:nvPr/>
        </p:nvSpPr>
        <p:spPr>
          <a:xfrm>
            <a:off x="495300" y="647700"/>
            <a:ext cx="6781800" cy="9525"/>
          </a:xfrm>
          <a:prstGeom prst="rect">
            <a:avLst/>
          </a:prstGeom>
          <a:solidFill>
            <a:srgbClr val="1C1D1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089504-8FC8-F924-D8EC-7D44A47F3E9C}"/>
              </a:ext>
            </a:extLst>
          </p:cNvPr>
          <p:cNvSpPr/>
          <p:nvPr/>
        </p:nvSpPr>
        <p:spPr>
          <a:xfrm>
            <a:off x="495300" y="381000"/>
            <a:ext cx="7850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AF1855-2C27-4248-92C1-81710DC48CC3}"/>
              </a:ext>
            </a:extLst>
          </p:cNvPr>
          <p:cNvSpPr/>
          <p:nvPr/>
        </p:nvSpPr>
        <p:spPr>
          <a:xfrm>
            <a:off x="1318468" y="390525"/>
            <a:ext cx="17851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A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ACCESSORY PROGRAM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C9048D9-10B4-3A7B-25E6-9C67F70BB560}"/>
              </a:ext>
            </a:extLst>
          </p:cNvPr>
          <p:cNvSpPr/>
          <p:nvPr/>
        </p:nvSpPr>
        <p:spPr>
          <a:xfrm>
            <a:off x="495300" y="828675"/>
            <a:ext cx="745998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30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Accessory Combination Guide</a:t>
            </a:r>
            <a:endParaRPr lang="en-US" sz="1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C0C39FF-E338-E5FA-C203-67CB69681BF9}"/>
              </a:ext>
            </a:extLst>
          </p:cNvPr>
          <p:cNvSpPr/>
          <p:nvPr/>
        </p:nvSpPr>
        <p:spPr>
          <a:xfrm>
            <a:off x="495300" y="1148655"/>
            <a:ext cx="7459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악세서리 결합 가이드 · 설치 위치별 결합 조합</a:t>
            </a:r>
            <a:endParaRPr lang="en-US" sz="975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2140652-28FA-D8A5-68A9-2664F9FCC612}"/>
              </a:ext>
            </a:extLst>
          </p:cNvPr>
          <p:cNvSpPr/>
          <p:nvPr/>
        </p:nvSpPr>
        <p:spPr>
          <a:xfrm>
            <a:off x="495300" y="1462980"/>
            <a:ext cx="6781800" cy="590550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8ACDDB4-53D4-BFFE-08FF-CC3C973BBB4D}"/>
              </a:ext>
            </a:extLst>
          </p:cNvPr>
          <p:cNvSpPr/>
          <p:nvPr/>
        </p:nvSpPr>
        <p:spPr>
          <a:xfrm>
            <a:off x="495300" y="2044005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0944782-F5AF-4F4D-2969-572CC3819B71}"/>
              </a:ext>
            </a:extLst>
          </p:cNvPr>
          <p:cNvSpPr/>
          <p:nvPr/>
        </p:nvSpPr>
        <p:spPr>
          <a:xfrm>
            <a:off x="495300" y="146298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FCA6B6B-1825-46E3-BCD3-270CE25158C1}"/>
              </a:ext>
            </a:extLst>
          </p:cNvPr>
          <p:cNvSpPr/>
          <p:nvPr/>
        </p:nvSpPr>
        <p:spPr>
          <a:xfrm>
            <a:off x="495300" y="1462980"/>
            <a:ext cx="38100" cy="590550"/>
          </a:xfrm>
          <a:prstGeom prst="rect">
            <a:avLst/>
          </a:prstGeom>
          <a:solidFill>
            <a:srgbClr val="3F6CB0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B43E40D-FF5A-F1F1-3F5A-8F649CF48E29}"/>
              </a:ext>
            </a:extLst>
          </p:cNvPr>
          <p:cNvSpPr/>
          <p:nvPr/>
        </p:nvSpPr>
        <p:spPr>
          <a:xfrm>
            <a:off x="7267575" y="1462980"/>
            <a:ext cx="9525" cy="59055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6566B6D7-C370-49FC-54EF-EFE5EE3A395F}"/>
              </a:ext>
            </a:extLst>
          </p:cNvPr>
          <p:cNvSpPr/>
          <p:nvPr/>
        </p:nvSpPr>
        <p:spPr>
          <a:xfrm>
            <a:off x="3100239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F21A94E-417B-EF55-FFC2-F703BFCD1741}"/>
              </a:ext>
            </a:extLst>
          </p:cNvPr>
          <p:cNvSpPr/>
          <p:nvPr/>
        </p:nvSpPr>
        <p:spPr>
          <a:xfrm>
            <a:off x="704850" y="1596330"/>
            <a:ext cx="244633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· 설치 위치</a:t>
            </a:r>
            <a:endParaRPr lang="en-US" sz="675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40390AA-E9F4-AFA7-A751-7C7BCAA1E83D}"/>
              </a:ext>
            </a:extLst>
          </p:cNvPr>
          <p:cNvSpPr/>
          <p:nvPr/>
        </p:nvSpPr>
        <p:spPr>
          <a:xfrm>
            <a:off x="704850" y="1729680"/>
            <a:ext cx="24463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</a:t>
            </a:r>
            <a:r>
              <a:rPr lang="en-US" sz="9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벽면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08405A86-691B-435A-4FA6-554484458ABD}"/>
              </a:ext>
            </a:extLst>
          </p:cNvPr>
          <p:cNvSpPr/>
          <p:nvPr/>
        </p:nvSpPr>
        <p:spPr>
          <a:xfrm>
            <a:off x="6343650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09ECE67-4194-8C32-1794-32F1726C065B}"/>
              </a:ext>
            </a:extLst>
          </p:cNvPr>
          <p:cNvSpPr/>
          <p:nvPr/>
        </p:nvSpPr>
        <p:spPr>
          <a:xfrm>
            <a:off x="3281214" y="1596330"/>
            <a:ext cx="318008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CAMERA · 대상 카메라</a:t>
            </a:r>
            <a:endParaRPr lang="en-US" sz="675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4628F85-967F-0600-D919-965014372E68}"/>
              </a:ext>
            </a:extLst>
          </p:cNvPr>
          <p:cNvSpPr/>
          <p:nvPr/>
        </p:nvSpPr>
        <p:spPr>
          <a:xfrm>
            <a:off x="3281214" y="1729680"/>
            <a:ext cx="31800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 </a:t>
            </a:r>
            <a:r>
              <a:rPr lang="en-US" sz="900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Network Camera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2F6EB82-C469-AE1F-BE91-C7F92E7D19A2}"/>
              </a:ext>
            </a:extLst>
          </p:cNvPr>
          <p:cNvSpPr/>
          <p:nvPr/>
        </p:nvSpPr>
        <p:spPr>
          <a:xfrm>
            <a:off x="6524625" y="1596330"/>
            <a:ext cx="6477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</a:t>
            </a:r>
            <a:endParaRPr lang="en-US" sz="675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1318270-279B-5CBC-411F-E6130BBFC2F6}"/>
              </a:ext>
            </a:extLst>
          </p:cNvPr>
          <p:cNvSpPr/>
          <p:nvPr/>
        </p:nvSpPr>
        <p:spPr>
          <a:xfrm>
            <a:off x="6524625" y="1729680"/>
            <a:ext cx="64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1A3A0696-F9B6-CD1C-5101-FF0B6EC7DA24}"/>
              </a:ext>
            </a:extLst>
          </p:cNvPr>
          <p:cNvSpPr/>
          <p:nvPr/>
        </p:nvSpPr>
        <p:spPr>
          <a:xfrm>
            <a:off x="495300" y="2282130"/>
            <a:ext cx="18440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8A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COMBINATIONS · 결합 조합</a:t>
            </a:r>
            <a:endParaRPr lang="en-US" sz="7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A198C19-A718-2440-40AF-DED2B92F5768}"/>
              </a:ext>
            </a:extLst>
          </p:cNvPr>
          <p:cNvSpPr/>
          <p:nvPr/>
        </p:nvSpPr>
        <p:spPr>
          <a:xfrm>
            <a:off x="2286000" y="2339280"/>
            <a:ext cx="49911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D54AB74-F6C2-4062-8133-1CE9E19CA21D}"/>
              </a:ext>
            </a:extLst>
          </p:cNvPr>
          <p:cNvSpPr/>
          <p:nvPr/>
        </p:nvSpPr>
        <p:spPr>
          <a:xfrm>
            <a:off x="495300" y="2539305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3D45DFA-A235-E575-6A1C-4E14891CBCB0}"/>
              </a:ext>
            </a:extLst>
          </p:cNvPr>
          <p:cNvSpPr/>
          <p:nvPr/>
        </p:nvSpPr>
        <p:spPr>
          <a:xfrm>
            <a:off x="504825" y="2548830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55E8094-4335-051A-13AE-13F17EB7A7D2}"/>
              </a:ext>
            </a:extLst>
          </p:cNvPr>
          <p:cNvSpPr/>
          <p:nvPr/>
        </p:nvSpPr>
        <p:spPr>
          <a:xfrm>
            <a:off x="1200150" y="2548830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92ECD86-555A-E75E-1989-505AD7AE9972}"/>
              </a:ext>
            </a:extLst>
          </p:cNvPr>
          <p:cNvSpPr/>
          <p:nvPr/>
        </p:nvSpPr>
        <p:spPr>
          <a:xfrm>
            <a:off x="600075" y="2908548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WL-01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EA91393-829E-3155-0B19-299AC98D8818}"/>
              </a:ext>
            </a:extLst>
          </p:cNvPr>
          <p:cNvSpPr/>
          <p:nvPr/>
        </p:nvSpPr>
        <p:spPr>
          <a:xfrm>
            <a:off x="600075" y="3079998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install</a:t>
            </a:r>
            <a:endParaRPr lang="en-US" sz="713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607EEB8-7ACD-D3ED-178A-9369FE94D35D}"/>
              </a:ext>
            </a:extLst>
          </p:cNvPr>
          <p:cNvSpPr/>
          <p:nvPr/>
        </p:nvSpPr>
        <p:spPr>
          <a:xfrm>
            <a:off x="14954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E0790436-459A-B49B-769B-694891425157}"/>
              </a:ext>
            </a:extLst>
          </p:cNvPr>
          <p:cNvSpPr/>
          <p:nvPr/>
        </p:nvSpPr>
        <p:spPr>
          <a:xfrm>
            <a:off x="1504950" y="267265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090F2F13-C571-888A-4966-E89EA21E5F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2672655"/>
            <a:ext cx="590550" cy="590550"/>
          </a:xfrm>
          <a:prstGeom prst="rect">
            <a:avLst/>
          </a:prstGeom>
        </p:spPr>
      </p:pic>
      <p:sp>
        <p:nvSpPr>
          <p:cNvPr id="31" name="Text 28">
            <a:extLst>
              <a:ext uri="{FF2B5EF4-FFF2-40B4-BE49-F238E27FC236}">
                <a16:creationId xmlns:a16="http://schemas.microsoft.com/office/drawing/2014/main" id="{0FC5FA03-DBEC-6DE2-F964-6C4BDB133F06}"/>
              </a:ext>
            </a:extLst>
          </p:cNvPr>
          <p:cNvSpPr/>
          <p:nvPr/>
        </p:nvSpPr>
        <p:spPr>
          <a:xfrm>
            <a:off x="1439168" y="3329880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CBA6ED21-0646-B088-4995-0BFF759FDE95}"/>
              </a:ext>
            </a:extLst>
          </p:cNvPr>
          <p:cNvSpPr/>
          <p:nvPr/>
        </p:nvSpPr>
        <p:spPr>
          <a:xfrm>
            <a:off x="1439168" y="3448943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847B8728-A592-69DC-B23F-A05809443943}"/>
              </a:ext>
            </a:extLst>
          </p:cNvPr>
          <p:cNvSpPr/>
          <p:nvPr/>
        </p:nvSpPr>
        <p:spPr>
          <a:xfrm>
            <a:off x="2282279" y="2839343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CED2E3F0-1B58-4BEA-2676-0917E339D5E8}"/>
              </a:ext>
            </a:extLst>
          </p:cNvPr>
          <p:cNvSpPr/>
          <p:nvPr/>
        </p:nvSpPr>
        <p:spPr>
          <a:xfrm>
            <a:off x="25622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996D65DC-3E70-98A0-9C0F-28083D787B58}"/>
              </a:ext>
            </a:extLst>
          </p:cNvPr>
          <p:cNvSpPr/>
          <p:nvPr/>
        </p:nvSpPr>
        <p:spPr>
          <a:xfrm>
            <a:off x="2716411" y="2920305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7A7B734C-486B-B89C-7055-4004B03D4933}"/>
              </a:ext>
            </a:extLst>
          </p:cNvPr>
          <p:cNvSpPr/>
          <p:nvPr/>
        </p:nvSpPr>
        <p:spPr>
          <a:xfrm>
            <a:off x="2623096" y="3329880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246295C1-07E1-D57A-10D1-290D64F06B87}"/>
              </a:ext>
            </a:extLst>
          </p:cNvPr>
          <p:cNvSpPr/>
          <p:nvPr/>
        </p:nvSpPr>
        <p:spPr>
          <a:xfrm>
            <a:off x="495300" y="3770858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r>
              <a:rPr lang="ko-KR" altLang="en-US" dirty="0"/>
              <a:t>ㅊ</a:t>
            </a:r>
            <a:endParaRPr lang="en-US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934BF6D1-326E-8DD5-0D04-EB586B03DBEB}"/>
              </a:ext>
            </a:extLst>
          </p:cNvPr>
          <p:cNvSpPr/>
          <p:nvPr/>
        </p:nvSpPr>
        <p:spPr>
          <a:xfrm>
            <a:off x="504825" y="3780383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A82A81C0-6EA9-A5D6-FCCF-8AF1CEF33BCC}"/>
              </a:ext>
            </a:extLst>
          </p:cNvPr>
          <p:cNvSpPr/>
          <p:nvPr/>
        </p:nvSpPr>
        <p:spPr>
          <a:xfrm>
            <a:off x="1200150" y="3780383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D0E25D6B-09C3-6344-5144-0C8B50FD2EB5}"/>
              </a:ext>
            </a:extLst>
          </p:cNvPr>
          <p:cNvSpPr/>
          <p:nvPr/>
        </p:nvSpPr>
        <p:spPr>
          <a:xfrm>
            <a:off x="600075" y="4140101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WL-02</a:t>
            </a:r>
            <a:endParaRPr lang="en-US" sz="9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0E782603-8228-CC42-DE4F-C33A590C0DBC}"/>
              </a:ext>
            </a:extLst>
          </p:cNvPr>
          <p:cNvSpPr/>
          <p:nvPr/>
        </p:nvSpPr>
        <p:spPr>
          <a:xfrm>
            <a:off x="600075" y="4311551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mount</a:t>
            </a:r>
            <a:endParaRPr lang="en-US" sz="713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0BF7A6FB-53C2-B25D-C2BB-BAFC781BD9ED}"/>
              </a:ext>
            </a:extLst>
          </p:cNvPr>
          <p:cNvSpPr/>
          <p:nvPr/>
        </p:nvSpPr>
        <p:spPr>
          <a:xfrm>
            <a:off x="14954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69DD0849-5A59-7639-E1CD-9EDF32D81B5B}"/>
              </a:ext>
            </a:extLst>
          </p:cNvPr>
          <p:cNvSpPr/>
          <p:nvPr/>
        </p:nvSpPr>
        <p:spPr>
          <a:xfrm>
            <a:off x="1504950" y="390420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F5910AC0-9F24-D1DA-1EBE-274C92B2AF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3904208"/>
            <a:ext cx="590550" cy="590550"/>
          </a:xfrm>
          <a:prstGeom prst="rect">
            <a:avLst/>
          </a:prstGeom>
        </p:spPr>
      </p:pic>
      <p:sp>
        <p:nvSpPr>
          <p:cNvPr id="45" name="Text 41">
            <a:extLst>
              <a:ext uri="{FF2B5EF4-FFF2-40B4-BE49-F238E27FC236}">
                <a16:creationId xmlns:a16="http://schemas.microsoft.com/office/drawing/2014/main" id="{5894657B-9870-92F2-1C00-2EC1A9C4B134}"/>
              </a:ext>
            </a:extLst>
          </p:cNvPr>
          <p:cNvSpPr/>
          <p:nvPr/>
        </p:nvSpPr>
        <p:spPr>
          <a:xfrm>
            <a:off x="1439168" y="4561433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BE5C3B30-9A3B-A6C4-A97E-C6B88F83DDAC}"/>
              </a:ext>
            </a:extLst>
          </p:cNvPr>
          <p:cNvSpPr/>
          <p:nvPr/>
        </p:nvSpPr>
        <p:spPr>
          <a:xfrm>
            <a:off x="1439168" y="4680496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DEBFD2D8-2DB1-284A-7FE3-E9854A93745C}"/>
              </a:ext>
            </a:extLst>
          </p:cNvPr>
          <p:cNvSpPr/>
          <p:nvPr/>
        </p:nvSpPr>
        <p:spPr>
          <a:xfrm>
            <a:off x="2301180" y="4070896"/>
            <a:ext cx="1791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4B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48" name="Shape 44">
            <a:extLst>
              <a:ext uri="{FF2B5EF4-FFF2-40B4-BE49-F238E27FC236}">
                <a16:creationId xmlns:a16="http://schemas.microsoft.com/office/drawing/2014/main" id="{1C4DA2DD-87C9-371C-F279-BE5FC5FB0006}"/>
              </a:ext>
            </a:extLst>
          </p:cNvPr>
          <p:cNvSpPr/>
          <p:nvPr/>
        </p:nvSpPr>
        <p:spPr>
          <a:xfrm>
            <a:off x="26003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9" name="Shape 45">
            <a:extLst>
              <a:ext uri="{FF2B5EF4-FFF2-40B4-BE49-F238E27FC236}">
                <a16:creationId xmlns:a16="http://schemas.microsoft.com/office/drawing/2014/main" id="{6B20941C-239B-2275-CAC7-F91970CF9CF0}"/>
              </a:ext>
            </a:extLst>
          </p:cNvPr>
          <p:cNvSpPr/>
          <p:nvPr/>
        </p:nvSpPr>
        <p:spPr>
          <a:xfrm>
            <a:off x="2609850" y="390420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1DA1CCED-DDCD-2FF4-3B11-7C7021924AB7}"/>
              </a:ext>
            </a:extLst>
          </p:cNvPr>
          <p:cNvSpPr/>
          <p:nvPr/>
        </p:nvSpPr>
        <p:spPr>
          <a:xfrm>
            <a:off x="2523976" y="4561433"/>
            <a:ext cx="76214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AVM-HWM-E-L1</a:t>
            </a:r>
            <a:endParaRPr lang="en-US" sz="75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31B0CA69-752B-5113-0042-07EAA0E0E036}"/>
              </a:ext>
            </a:extLst>
          </p:cNvPr>
          <p:cNvSpPr/>
          <p:nvPr/>
        </p:nvSpPr>
        <p:spPr>
          <a:xfrm>
            <a:off x="2523976" y="4680496"/>
            <a:ext cx="762149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Mount</a:t>
            </a:r>
            <a:endParaRPr lang="en-US" sz="675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CE30BB37-5E93-D372-6D23-A1E636877AAE}"/>
              </a:ext>
            </a:extLst>
          </p:cNvPr>
          <p:cNvSpPr/>
          <p:nvPr/>
        </p:nvSpPr>
        <p:spPr>
          <a:xfrm>
            <a:off x="3387179" y="4070896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54" name="Shape 49">
            <a:extLst>
              <a:ext uri="{FF2B5EF4-FFF2-40B4-BE49-F238E27FC236}">
                <a16:creationId xmlns:a16="http://schemas.microsoft.com/office/drawing/2014/main" id="{55B5AF2E-EC67-F1C7-1AE2-5D9D7C32A712}"/>
              </a:ext>
            </a:extLst>
          </p:cNvPr>
          <p:cNvSpPr/>
          <p:nvPr/>
        </p:nvSpPr>
        <p:spPr>
          <a:xfrm>
            <a:off x="36671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8C024D4B-F731-C43A-3884-E9D167AF88EE}"/>
              </a:ext>
            </a:extLst>
          </p:cNvPr>
          <p:cNvSpPr/>
          <p:nvPr/>
        </p:nvSpPr>
        <p:spPr>
          <a:xfrm>
            <a:off x="3821311" y="4151858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4BF51C63-DF0D-8116-EDD7-69C50626E240}"/>
              </a:ext>
            </a:extLst>
          </p:cNvPr>
          <p:cNvSpPr/>
          <p:nvPr/>
        </p:nvSpPr>
        <p:spPr>
          <a:xfrm>
            <a:off x="3727996" y="4561433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129" name="Shape 119">
            <a:extLst>
              <a:ext uri="{FF2B5EF4-FFF2-40B4-BE49-F238E27FC236}">
                <a16:creationId xmlns:a16="http://schemas.microsoft.com/office/drawing/2014/main" id="{0EF86E96-8B0A-BEFE-30B4-34D650416D10}"/>
              </a:ext>
            </a:extLst>
          </p:cNvPr>
          <p:cNvSpPr/>
          <p:nvPr/>
        </p:nvSpPr>
        <p:spPr>
          <a:xfrm>
            <a:off x="495300" y="948690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0" name="Text 120">
            <a:extLst>
              <a:ext uri="{FF2B5EF4-FFF2-40B4-BE49-F238E27FC236}">
                <a16:creationId xmlns:a16="http://schemas.microsoft.com/office/drawing/2014/main" id="{670CD550-B6A2-8001-5DBB-ADC9ED1D425E}"/>
              </a:ext>
            </a:extLst>
          </p:cNvPr>
          <p:cNvSpPr/>
          <p:nvPr/>
        </p:nvSpPr>
        <p:spPr>
          <a:xfrm>
            <a:off x="495300" y="9648825"/>
            <a:ext cx="211236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 · ACCESSORY COMBINATION GUIDE</a:t>
            </a:r>
            <a:endParaRPr lang="en-US" sz="638" dirty="0"/>
          </a:p>
        </p:txBody>
      </p:sp>
      <p:sp>
        <p:nvSpPr>
          <p:cNvPr id="131" name="Text 121">
            <a:extLst>
              <a:ext uri="{FF2B5EF4-FFF2-40B4-BE49-F238E27FC236}">
                <a16:creationId xmlns:a16="http://schemas.microsoft.com/office/drawing/2014/main" id="{09F285AE-5FF8-425A-7098-44869D1F6A40}"/>
              </a:ext>
            </a:extLst>
          </p:cNvPr>
          <p:cNvSpPr/>
          <p:nvPr/>
        </p:nvSpPr>
        <p:spPr>
          <a:xfrm>
            <a:off x="4627662" y="9648825"/>
            <a:ext cx="51360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 · 01</a:t>
            </a:r>
            <a:endParaRPr lang="en-US" sz="638" dirty="0"/>
          </a:p>
        </p:txBody>
      </p:sp>
      <p:sp>
        <p:nvSpPr>
          <p:cNvPr id="132" name="Shape 34">
            <a:extLst>
              <a:ext uri="{FF2B5EF4-FFF2-40B4-BE49-F238E27FC236}">
                <a16:creationId xmlns:a16="http://schemas.microsoft.com/office/drawing/2014/main" id="{0F97C2EF-9B6F-DF8E-A0D4-F187AA407889}"/>
              </a:ext>
            </a:extLst>
          </p:cNvPr>
          <p:cNvSpPr/>
          <p:nvPr/>
        </p:nvSpPr>
        <p:spPr>
          <a:xfrm>
            <a:off x="495300" y="5006132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3" name="Cross 132">
            <a:extLst>
              <a:ext uri="{FF2B5EF4-FFF2-40B4-BE49-F238E27FC236}">
                <a16:creationId xmlns:a16="http://schemas.microsoft.com/office/drawing/2014/main" id="{B57DF402-56BC-68C7-AF4A-74BC15382B3E}"/>
              </a:ext>
            </a:extLst>
          </p:cNvPr>
          <p:cNvSpPr/>
          <p:nvPr/>
        </p:nvSpPr>
        <p:spPr>
          <a:xfrm>
            <a:off x="3722079" y="5410162"/>
            <a:ext cx="328241" cy="328241"/>
          </a:xfrm>
          <a:prstGeom prst="plus">
            <a:avLst>
              <a:gd name="adj" fmla="val 4096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Shape 45">
            <a:extLst>
              <a:ext uri="{FF2B5EF4-FFF2-40B4-BE49-F238E27FC236}">
                <a16:creationId xmlns:a16="http://schemas.microsoft.com/office/drawing/2014/main" id="{05183FAA-291E-48CF-D702-BAB921302F27}"/>
              </a:ext>
            </a:extLst>
          </p:cNvPr>
          <p:cNvSpPr/>
          <p:nvPr/>
        </p:nvSpPr>
        <p:spPr>
          <a:xfrm>
            <a:off x="26003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35" name="Text 46">
            <a:extLst>
              <a:ext uri="{FF2B5EF4-FFF2-40B4-BE49-F238E27FC236}">
                <a16:creationId xmlns:a16="http://schemas.microsoft.com/office/drawing/2014/main" id="{33B58885-85FF-BA36-A7B4-448AB50C0EAB}"/>
              </a:ext>
            </a:extLst>
          </p:cNvPr>
          <p:cNvSpPr/>
          <p:nvPr/>
        </p:nvSpPr>
        <p:spPr>
          <a:xfrm>
            <a:off x="2784128" y="4151858"/>
            <a:ext cx="24199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00" kern="0" spc="75" dirty="0">
                <a:solidFill>
                  <a:srgbClr val="B4B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MNT</a:t>
            </a:r>
            <a:endParaRPr lang="en-US" sz="600" dirty="0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22D4C02-212E-66C9-CF6B-E1B5923ABE58}"/>
              </a:ext>
            </a:extLst>
          </p:cNvPr>
          <p:cNvSpPr/>
          <p:nvPr/>
        </p:nvSpPr>
        <p:spPr>
          <a:xfrm>
            <a:off x="6691312" y="4272409"/>
            <a:ext cx="333375" cy="80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ED57CBC-6F3F-87E8-17B9-208904A761B9}"/>
              </a:ext>
            </a:extLst>
          </p:cNvPr>
          <p:cNvSpPr/>
          <p:nvPr/>
        </p:nvSpPr>
        <p:spPr>
          <a:xfrm>
            <a:off x="386804" y="3666083"/>
            <a:ext cx="7004593" cy="13305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E807E0DC-7A47-4651-F346-11358264BB44}"/>
              </a:ext>
            </a:extLst>
          </p:cNvPr>
          <p:cNvSpPr txBox="1"/>
          <p:nvPr/>
        </p:nvSpPr>
        <p:spPr>
          <a:xfrm>
            <a:off x="2968237" y="3101488"/>
            <a:ext cx="4346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추가된 조합 배너에 세팅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모델명</a:t>
            </a:r>
            <a:r>
              <a:rPr lang="en-US" altLang="ko-KR" dirty="0">
                <a:solidFill>
                  <a:srgbClr val="FF0000"/>
                </a:solidFill>
              </a:rPr>
              <a:t>+</a:t>
            </a:r>
            <a:r>
              <a:rPr lang="ko-KR" altLang="en-US" dirty="0">
                <a:solidFill>
                  <a:srgbClr val="FF0000"/>
                </a:solidFill>
              </a:rPr>
              <a:t> 이미지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782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10DD60-216D-64DB-446E-6914E9533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E6B16A-E1A6-8132-F71D-3112BCDFB41B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ln/>
          <a:effectLst>
            <a:outerShdw blurRad="266700" dist="57150" dir="5400000" algn="bl" rotWithShape="0">
              <a:srgbClr val="14161C">
                <a:alpha val="18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5C0B6D6-6C89-8277-2B50-AE49ADABA128}"/>
              </a:ext>
            </a:extLst>
          </p:cNvPr>
          <p:cNvSpPr/>
          <p:nvPr/>
        </p:nvSpPr>
        <p:spPr>
          <a:xfrm>
            <a:off x="495300" y="647700"/>
            <a:ext cx="6781800" cy="9525"/>
          </a:xfrm>
          <a:prstGeom prst="rect">
            <a:avLst/>
          </a:prstGeom>
          <a:solidFill>
            <a:srgbClr val="1C1D1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E4C640-2F63-C097-9BD5-9E63C9321123}"/>
              </a:ext>
            </a:extLst>
          </p:cNvPr>
          <p:cNvSpPr/>
          <p:nvPr/>
        </p:nvSpPr>
        <p:spPr>
          <a:xfrm>
            <a:off x="495300" y="381000"/>
            <a:ext cx="7850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CD7C6AB-34A0-3834-127A-42080C8579C3}"/>
              </a:ext>
            </a:extLst>
          </p:cNvPr>
          <p:cNvSpPr/>
          <p:nvPr/>
        </p:nvSpPr>
        <p:spPr>
          <a:xfrm>
            <a:off x="1318468" y="390525"/>
            <a:ext cx="17851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A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ACCESSORY PROGRAM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173B167-73F8-6448-CED7-5BC4C6F1B6B2}"/>
              </a:ext>
            </a:extLst>
          </p:cNvPr>
          <p:cNvSpPr/>
          <p:nvPr/>
        </p:nvSpPr>
        <p:spPr>
          <a:xfrm>
            <a:off x="495300" y="828675"/>
            <a:ext cx="745998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30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Accessory Combination Guide</a:t>
            </a:r>
            <a:endParaRPr lang="en-US" sz="1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8517B9F-E4EC-D316-CCBC-3956E841F35E}"/>
              </a:ext>
            </a:extLst>
          </p:cNvPr>
          <p:cNvSpPr/>
          <p:nvPr/>
        </p:nvSpPr>
        <p:spPr>
          <a:xfrm>
            <a:off x="495300" y="1148655"/>
            <a:ext cx="7459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악세서리 결합 가이드 · 설치 위치별 결합 조합</a:t>
            </a:r>
            <a:endParaRPr lang="en-US" sz="975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E703210-4CEE-0A58-D888-327CC5977CE8}"/>
              </a:ext>
            </a:extLst>
          </p:cNvPr>
          <p:cNvSpPr/>
          <p:nvPr/>
        </p:nvSpPr>
        <p:spPr>
          <a:xfrm>
            <a:off x="495300" y="1462980"/>
            <a:ext cx="6781800" cy="590550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2C96003A-7EEC-7F46-31FD-57B6E32DAE2E}"/>
              </a:ext>
            </a:extLst>
          </p:cNvPr>
          <p:cNvSpPr/>
          <p:nvPr/>
        </p:nvSpPr>
        <p:spPr>
          <a:xfrm>
            <a:off x="495300" y="2044005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EAFDA41-00ED-6788-1668-A71D4EF60364}"/>
              </a:ext>
            </a:extLst>
          </p:cNvPr>
          <p:cNvSpPr/>
          <p:nvPr/>
        </p:nvSpPr>
        <p:spPr>
          <a:xfrm>
            <a:off x="495300" y="146298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56D186D-D8BE-3D20-8513-AC8A612E7154}"/>
              </a:ext>
            </a:extLst>
          </p:cNvPr>
          <p:cNvSpPr/>
          <p:nvPr/>
        </p:nvSpPr>
        <p:spPr>
          <a:xfrm>
            <a:off x="495300" y="1462980"/>
            <a:ext cx="38100" cy="590550"/>
          </a:xfrm>
          <a:prstGeom prst="rect">
            <a:avLst/>
          </a:prstGeom>
          <a:solidFill>
            <a:srgbClr val="3F6CB0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D3075E8-32D3-CC7A-594A-7AD19EEEDC01}"/>
              </a:ext>
            </a:extLst>
          </p:cNvPr>
          <p:cNvSpPr/>
          <p:nvPr/>
        </p:nvSpPr>
        <p:spPr>
          <a:xfrm>
            <a:off x="7267575" y="1462980"/>
            <a:ext cx="9525" cy="59055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EA75C60-3C41-0A63-D8EF-7A4EBDFF84EE}"/>
              </a:ext>
            </a:extLst>
          </p:cNvPr>
          <p:cNvSpPr/>
          <p:nvPr/>
        </p:nvSpPr>
        <p:spPr>
          <a:xfrm>
            <a:off x="3100239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738412F-2FE3-585A-3F24-C3921397B2C6}"/>
              </a:ext>
            </a:extLst>
          </p:cNvPr>
          <p:cNvSpPr/>
          <p:nvPr/>
        </p:nvSpPr>
        <p:spPr>
          <a:xfrm>
            <a:off x="704850" y="1596330"/>
            <a:ext cx="244633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· 설치 위치</a:t>
            </a:r>
            <a:endParaRPr lang="en-US" sz="675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A96460BE-FB13-8110-EE9B-C657ECEFBD11}"/>
              </a:ext>
            </a:extLst>
          </p:cNvPr>
          <p:cNvSpPr/>
          <p:nvPr/>
        </p:nvSpPr>
        <p:spPr>
          <a:xfrm>
            <a:off x="704850" y="1729680"/>
            <a:ext cx="24463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</a:t>
            </a:r>
            <a:r>
              <a:rPr lang="en-US" sz="9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벽면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B7EB2E0-A81D-F8FA-B707-2E6F955D0C79}"/>
              </a:ext>
            </a:extLst>
          </p:cNvPr>
          <p:cNvSpPr/>
          <p:nvPr/>
        </p:nvSpPr>
        <p:spPr>
          <a:xfrm>
            <a:off x="6343650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682BE6A7-CF67-2BFD-1009-2CC20265F55B}"/>
              </a:ext>
            </a:extLst>
          </p:cNvPr>
          <p:cNvSpPr/>
          <p:nvPr/>
        </p:nvSpPr>
        <p:spPr>
          <a:xfrm>
            <a:off x="3281214" y="1596330"/>
            <a:ext cx="318008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CAMERA · 대상 카메라</a:t>
            </a:r>
            <a:endParaRPr lang="en-US" sz="675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0492A48-5436-ACDA-0230-2876C0DC1961}"/>
              </a:ext>
            </a:extLst>
          </p:cNvPr>
          <p:cNvSpPr/>
          <p:nvPr/>
        </p:nvSpPr>
        <p:spPr>
          <a:xfrm>
            <a:off x="3281214" y="1729680"/>
            <a:ext cx="31800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 </a:t>
            </a:r>
            <a:r>
              <a:rPr lang="en-US" sz="900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Network Camera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546918F-546F-C590-F9C3-66E5A820C4C6}"/>
              </a:ext>
            </a:extLst>
          </p:cNvPr>
          <p:cNvSpPr/>
          <p:nvPr/>
        </p:nvSpPr>
        <p:spPr>
          <a:xfrm>
            <a:off x="6524625" y="1596330"/>
            <a:ext cx="6477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</a:t>
            </a:r>
            <a:endParaRPr lang="en-US" sz="675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3617239-4301-248C-2BC5-9D54982B7CC2}"/>
              </a:ext>
            </a:extLst>
          </p:cNvPr>
          <p:cNvSpPr/>
          <p:nvPr/>
        </p:nvSpPr>
        <p:spPr>
          <a:xfrm>
            <a:off x="6524625" y="1729680"/>
            <a:ext cx="64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D36B4E1-B2E4-2F38-C25C-2FB7C3D2E334}"/>
              </a:ext>
            </a:extLst>
          </p:cNvPr>
          <p:cNvSpPr/>
          <p:nvPr/>
        </p:nvSpPr>
        <p:spPr>
          <a:xfrm>
            <a:off x="495300" y="2282130"/>
            <a:ext cx="18440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8A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COMBINATIONS · 결합 조합</a:t>
            </a:r>
            <a:endParaRPr lang="en-US" sz="7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5C3534E-0118-8F5B-B9E0-C4B48FE49BAF}"/>
              </a:ext>
            </a:extLst>
          </p:cNvPr>
          <p:cNvSpPr/>
          <p:nvPr/>
        </p:nvSpPr>
        <p:spPr>
          <a:xfrm>
            <a:off x="2286000" y="2339280"/>
            <a:ext cx="49911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6B31A80C-11C5-BE9A-5E15-C206E9493F67}"/>
              </a:ext>
            </a:extLst>
          </p:cNvPr>
          <p:cNvSpPr/>
          <p:nvPr/>
        </p:nvSpPr>
        <p:spPr>
          <a:xfrm>
            <a:off x="495300" y="2539305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EAB76AA-39FC-4F01-ACF2-D0152689B88D}"/>
              </a:ext>
            </a:extLst>
          </p:cNvPr>
          <p:cNvSpPr/>
          <p:nvPr/>
        </p:nvSpPr>
        <p:spPr>
          <a:xfrm>
            <a:off x="504825" y="2548830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FC2999C5-4083-EB2B-C576-BF1B4ADD1800}"/>
              </a:ext>
            </a:extLst>
          </p:cNvPr>
          <p:cNvSpPr/>
          <p:nvPr/>
        </p:nvSpPr>
        <p:spPr>
          <a:xfrm>
            <a:off x="1200150" y="2548830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350C07C-B422-ACE9-0FA1-0C0DFD0F2882}"/>
              </a:ext>
            </a:extLst>
          </p:cNvPr>
          <p:cNvSpPr/>
          <p:nvPr/>
        </p:nvSpPr>
        <p:spPr>
          <a:xfrm>
            <a:off x="600075" y="2908548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WL-01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51485460-FD0E-FC87-6824-418AE3F81C31}"/>
              </a:ext>
            </a:extLst>
          </p:cNvPr>
          <p:cNvSpPr/>
          <p:nvPr/>
        </p:nvSpPr>
        <p:spPr>
          <a:xfrm>
            <a:off x="600075" y="3079998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install</a:t>
            </a:r>
            <a:endParaRPr lang="en-US" sz="713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852D024-F951-8A3C-F094-35D893043313}"/>
              </a:ext>
            </a:extLst>
          </p:cNvPr>
          <p:cNvSpPr/>
          <p:nvPr/>
        </p:nvSpPr>
        <p:spPr>
          <a:xfrm>
            <a:off x="14954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80E5E18-171B-2254-D0E9-6BD1C78EFED0}"/>
              </a:ext>
            </a:extLst>
          </p:cNvPr>
          <p:cNvSpPr/>
          <p:nvPr/>
        </p:nvSpPr>
        <p:spPr>
          <a:xfrm>
            <a:off x="1504950" y="267265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BC1E4548-5CA5-4972-6B9B-8B63EF24DD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2672655"/>
            <a:ext cx="590550" cy="590550"/>
          </a:xfrm>
          <a:prstGeom prst="rect">
            <a:avLst/>
          </a:prstGeom>
        </p:spPr>
      </p:pic>
      <p:sp>
        <p:nvSpPr>
          <p:cNvPr id="31" name="Text 28">
            <a:extLst>
              <a:ext uri="{FF2B5EF4-FFF2-40B4-BE49-F238E27FC236}">
                <a16:creationId xmlns:a16="http://schemas.microsoft.com/office/drawing/2014/main" id="{CFEC18E0-4CB6-3FD2-8BEC-C7B2D063E082}"/>
              </a:ext>
            </a:extLst>
          </p:cNvPr>
          <p:cNvSpPr/>
          <p:nvPr/>
        </p:nvSpPr>
        <p:spPr>
          <a:xfrm>
            <a:off x="1439168" y="3329880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7A2A9FF-B842-548A-8A98-F7379312293D}"/>
              </a:ext>
            </a:extLst>
          </p:cNvPr>
          <p:cNvSpPr/>
          <p:nvPr/>
        </p:nvSpPr>
        <p:spPr>
          <a:xfrm>
            <a:off x="1439168" y="3448943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9BA4B3EF-9524-536E-7C9E-03A8FA98C505}"/>
              </a:ext>
            </a:extLst>
          </p:cNvPr>
          <p:cNvSpPr/>
          <p:nvPr/>
        </p:nvSpPr>
        <p:spPr>
          <a:xfrm>
            <a:off x="2282279" y="2839343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CB23BB84-496A-CDEC-3856-226CCD020815}"/>
              </a:ext>
            </a:extLst>
          </p:cNvPr>
          <p:cNvSpPr/>
          <p:nvPr/>
        </p:nvSpPr>
        <p:spPr>
          <a:xfrm>
            <a:off x="25622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505CCCCE-AEEF-1EA1-CE7A-D702F7FB8021}"/>
              </a:ext>
            </a:extLst>
          </p:cNvPr>
          <p:cNvSpPr/>
          <p:nvPr/>
        </p:nvSpPr>
        <p:spPr>
          <a:xfrm>
            <a:off x="2716411" y="2920305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8B67D180-CF44-03D6-D9D5-D99AA460AC9D}"/>
              </a:ext>
            </a:extLst>
          </p:cNvPr>
          <p:cNvSpPr/>
          <p:nvPr/>
        </p:nvSpPr>
        <p:spPr>
          <a:xfrm>
            <a:off x="2623096" y="3329880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4A63F65E-2AA4-97D4-AC14-213AEFF846FD}"/>
              </a:ext>
            </a:extLst>
          </p:cNvPr>
          <p:cNvSpPr/>
          <p:nvPr/>
        </p:nvSpPr>
        <p:spPr>
          <a:xfrm>
            <a:off x="495300" y="3770858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r>
              <a:rPr lang="ko-KR" altLang="en-US" dirty="0"/>
              <a:t>ㅊ</a:t>
            </a:r>
            <a:endParaRPr lang="en-US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49354AA0-2FE8-235C-EDB2-DB18AA0071F9}"/>
              </a:ext>
            </a:extLst>
          </p:cNvPr>
          <p:cNvSpPr/>
          <p:nvPr/>
        </p:nvSpPr>
        <p:spPr>
          <a:xfrm>
            <a:off x="504825" y="3780383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5CA9B9B1-FD92-25AC-6FD3-D18936CC6B10}"/>
              </a:ext>
            </a:extLst>
          </p:cNvPr>
          <p:cNvSpPr/>
          <p:nvPr/>
        </p:nvSpPr>
        <p:spPr>
          <a:xfrm>
            <a:off x="1200150" y="3780383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A1EDFE9B-ADA8-68CA-979F-536AF4DEEA6A}"/>
              </a:ext>
            </a:extLst>
          </p:cNvPr>
          <p:cNvSpPr/>
          <p:nvPr/>
        </p:nvSpPr>
        <p:spPr>
          <a:xfrm>
            <a:off x="600075" y="4140101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WL-02</a:t>
            </a:r>
            <a:endParaRPr lang="en-US" sz="9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9E048614-D2A3-119F-90B1-F9C801BEAD59}"/>
              </a:ext>
            </a:extLst>
          </p:cNvPr>
          <p:cNvSpPr/>
          <p:nvPr/>
        </p:nvSpPr>
        <p:spPr>
          <a:xfrm>
            <a:off x="600075" y="4311551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mount</a:t>
            </a:r>
            <a:endParaRPr lang="en-US" sz="713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6E59AB1E-EDA8-794E-C452-E98F94A738E4}"/>
              </a:ext>
            </a:extLst>
          </p:cNvPr>
          <p:cNvSpPr/>
          <p:nvPr/>
        </p:nvSpPr>
        <p:spPr>
          <a:xfrm>
            <a:off x="14954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EF3A613C-F25E-D12B-12C4-54C682824B59}"/>
              </a:ext>
            </a:extLst>
          </p:cNvPr>
          <p:cNvSpPr/>
          <p:nvPr/>
        </p:nvSpPr>
        <p:spPr>
          <a:xfrm>
            <a:off x="1504950" y="390420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01A650E5-FB7D-44D9-654D-6DB1F977EF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3904208"/>
            <a:ext cx="590550" cy="590550"/>
          </a:xfrm>
          <a:prstGeom prst="rect">
            <a:avLst/>
          </a:prstGeom>
        </p:spPr>
      </p:pic>
      <p:sp>
        <p:nvSpPr>
          <p:cNvPr id="45" name="Text 41">
            <a:extLst>
              <a:ext uri="{FF2B5EF4-FFF2-40B4-BE49-F238E27FC236}">
                <a16:creationId xmlns:a16="http://schemas.microsoft.com/office/drawing/2014/main" id="{DD78D8C8-BB3D-8705-713C-07AB69B4B4DB}"/>
              </a:ext>
            </a:extLst>
          </p:cNvPr>
          <p:cNvSpPr/>
          <p:nvPr/>
        </p:nvSpPr>
        <p:spPr>
          <a:xfrm>
            <a:off x="1439168" y="4561433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D97C4C5-A6E4-2C4F-2E67-D80115EA9C88}"/>
              </a:ext>
            </a:extLst>
          </p:cNvPr>
          <p:cNvSpPr/>
          <p:nvPr/>
        </p:nvSpPr>
        <p:spPr>
          <a:xfrm>
            <a:off x="1439168" y="4680496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3A588176-EC1D-EA29-D0DC-E2C9A6975C74}"/>
              </a:ext>
            </a:extLst>
          </p:cNvPr>
          <p:cNvSpPr/>
          <p:nvPr/>
        </p:nvSpPr>
        <p:spPr>
          <a:xfrm>
            <a:off x="2301180" y="4070896"/>
            <a:ext cx="1791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4B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48" name="Shape 44">
            <a:extLst>
              <a:ext uri="{FF2B5EF4-FFF2-40B4-BE49-F238E27FC236}">
                <a16:creationId xmlns:a16="http://schemas.microsoft.com/office/drawing/2014/main" id="{1DDF1925-C82E-88B6-C09B-7F8783FFD681}"/>
              </a:ext>
            </a:extLst>
          </p:cNvPr>
          <p:cNvSpPr/>
          <p:nvPr/>
        </p:nvSpPr>
        <p:spPr>
          <a:xfrm>
            <a:off x="26003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9" name="Shape 45">
            <a:extLst>
              <a:ext uri="{FF2B5EF4-FFF2-40B4-BE49-F238E27FC236}">
                <a16:creationId xmlns:a16="http://schemas.microsoft.com/office/drawing/2014/main" id="{B02EF01B-291D-EAF0-D824-5D76018B3D2B}"/>
              </a:ext>
            </a:extLst>
          </p:cNvPr>
          <p:cNvSpPr/>
          <p:nvPr/>
        </p:nvSpPr>
        <p:spPr>
          <a:xfrm>
            <a:off x="2609850" y="390420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D7B6E330-9669-8098-4BF3-8A964A895D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09850" y="3904208"/>
            <a:ext cx="590550" cy="590550"/>
          </a:xfrm>
          <a:prstGeom prst="rect">
            <a:avLst/>
          </a:prstGeom>
        </p:spPr>
      </p:pic>
      <p:sp>
        <p:nvSpPr>
          <p:cNvPr id="51" name="Text 46">
            <a:extLst>
              <a:ext uri="{FF2B5EF4-FFF2-40B4-BE49-F238E27FC236}">
                <a16:creationId xmlns:a16="http://schemas.microsoft.com/office/drawing/2014/main" id="{13BAE698-E1B4-B11F-ECF0-CA94A2107C01}"/>
              </a:ext>
            </a:extLst>
          </p:cNvPr>
          <p:cNvSpPr/>
          <p:nvPr/>
        </p:nvSpPr>
        <p:spPr>
          <a:xfrm>
            <a:off x="2523976" y="4561433"/>
            <a:ext cx="76214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AVM-HWM-E-L1</a:t>
            </a:r>
            <a:endParaRPr lang="en-US" sz="75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0DD73707-25AA-A51C-AB18-44FCBC5589FB}"/>
              </a:ext>
            </a:extLst>
          </p:cNvPr>
          <p:cNvSpPr/>
          <p:nvPr/>
        </p:nvSpPr>
        <p:spPr>
          <a:xfrm>
            <a:off x="2523976" y="4680496"/>
            <a:ext cx="762149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Mount</a:t>
            </a:r>
            <a:endParaRPr lang="en-US" sz="675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C73BB391-8B32-57A1-207A-F09A599E01E6}"/>
              </a:ext>
            </a:extLst>
          </p:cNvPr>
          <p:cNvSpPr/>
          <p:nvPr/>
        </p:nvSpPr>
        <p:spPr>
          <a:xfrm>
            <a:off x="3387179" y="4070896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54" name="Shape 49">
            <a:extLst>
              <a:ext uri="{FF2B5EF4-FFF2-40B4-BE49-F238E27FC236}">
                <a16:creationId xmlns:a16="http://schemas.microsoft.com/office/drawing/2014/main" id="{FAEDD577-947B-F19E-C41A-8C7CC7A44B16}"/>
              </a:ext>
            </a:extLst>
          </p:cNvPr>
          <p:cNvSpPr/>
          <p:nvPr/>
        </p:nvSpPr>
        <p:spPr>
          <a:xfrm>
            <a:off x="36671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5948A54C-4019-8AC7-4F02-52C5D6240924}"/>
              </a:ext>
            </a:extLst>
          </p:cNvPr>
          <p:cNvSpPr/>
          <p:nvPr/>
        </p:nvSpPr>
        <p:spPr>
          <a:xfrm>
            <a:off x="3821311" y="4151858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EAA47DDD-B108-DBEB-D90F-02654DDF120E}"/>
              </a:ext>
            </a:extLst>
          </p:cNvPr>
          <p:cNvSpPr/>
          <p:nvPr/>
        </p:nvSpPr>
        <p:spPr>
          <a:xfrm>
            <a:off x="3727996" y="4561433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129" name="Shape 119">
            <a:extLst>
              <a:ext uri="{FF2B5EF4-FFF2-40B4-BE49-F238E27FC236}">
                <a16:creationId xmlns:a16="http://schemas.microsoft.com/office/drawing/2014/main" id="{72A1AD89-0E7A-D534-1DC5-E2AE51B008AD}"/>
              </a:ext>
            </a:extLst>
          </p:cNvPr>
          <p:cNvSpPr/>
          <p:nvPr/>
        </p:nvSpPr>
        <p:spPr>
          <a:xfrm>
            <a:off x="495300" y="948690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0" name="Text 120">
            <a:extLst>
              <a:ext uri="{FF2B5EF4-FFF2-40B4-BE49-F238E27FC236}">
                <a16:creationId xmlns:a16="http://schemas.microsoft.com/office/drawing/2014/main" id="{AE310B36-D873-A463-7506-013898051547}"/>
              </a:ext>
            </a:extLst>
          </p:cNvPr>
          <p:cNvSpPr/>
          <p:nvPr/>
        </p:nvSpPr>
        <p:spPr>
          <a:xfrm>
            <a:off x="495300" y="9648825"/>
            <a:ext cx="211236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 · ACCESSORY COMBINATION GUIDE</a:t>
            </a:r>
            <a:endParaRPr lang="en-US" sz="638" dirty="0"/>
          </a:p>
        </p:txBody>
      </p:sp>
      <p:sp>
        <p:nvSpPr>
          <p:cNvPr id="131" name="Text 121">
            <a:extLst>
              <a:ext uri="{FF2B5EF4-FFF2-40B4-BE49-F238E27FC236}">
                <a16:creationId xmlns:a16="http://schemas.microsoft.com/office/drawing/2014/main" id="{47416988-779C-5AAF-8CDB-AEF980A2229A}"/>
              </a:ext>
            </a:extLst>
          </p:cNvPr>
          <p:cNvSpPr/>
          <p:nvPr/>
        </p:nvSpPr>
        <p:spPr>
          <a:xfrm>
            <a:off x="4627662" y="9648825"/>
            <a:ext cx="51360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 · 01</a:t>
            </a:r>
            <a:endParaRPr lang="en-US" sz="638" dirty="0"/>
          </a:p>
        </p:txBody>
      </p:sp>
      <p:sp>
        <p:nvSpPr>
          <p:cNvPr id="57" name="Shape 34">
            <a:extLst>
              <a:ext uri="{FF2B5EF4-FFF2-40B4-BE49-F238E27FC236}">
                <a16:creationId xmlns:a16="http://schemas.microsoft.com/office/drawing/2014/main" id="{3612EE7F-A7AC-4D8D-C03E-DBD507504CCB}"/>
              </a:ext>
            </a:extLst>
          </p:cNvPr>
          <p:cNvSpPr/>
          <p:nvPr/>
        </p:nvSpPr>
        <p:spPr>
          <a:xfrm>
            <a:off x="495300" y="5006132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2A3B1018-AE5C-90DD-0D6A-A299E4F02CBE}"/>
              </a:ext>
            </a:extLst>
          </p:cNvPr>
          <p:cNvSpPr/>
          <p:nvPr/>
        </p:nvSpPr>
        <p:spPr>
          <a:xfrm>
            <a:off x="3722079" y="5410162"/>
            <a:ext cx="328241" cy="328241"/>
          </a:xfrm>
          <a:prstGeom prst="plus">
            <a:avLst>
              <a:gd name="adj" fmla="val 4096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12184EA-2834-4D6C-E412-08B50CDF1544}"/>
              </a:ext>
            </a:extLst>
          </p:cNvPr>
          <p:cNvSpPr/>
          <p:nvPr/>
        </p:nvSpPr>
        <p:spPr>
          <a:xfrm>
            <a:off x="6691312" y="4272409"/>
            <a:ext cx="333375" cy="80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46D9D68-5484-133F-54BD-ABD7874F8244}"/>
              </a:ext>
            </a:extLst>
          </p:cNvPr>
          <p:cNvSpPr/>
          <p:nvPr/>
        </p:nvSpPr>
        <p:spPr>
          <a:xfrm>
            <a:off x="3567111" y="5247529"/>
            <a:ext cx="638175" cy="618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B7769C-0B58-DBD5-BA92-27A5401CD83F}"/>
              </a:ext>
            </a:extLst>
          </p:cNvPr>
          <p:cNvSpPr txBox="1"/>
          <p:nvPr/>
        </p:nvSpPr>
        <p:spPr>
          <a:xfrm>
            <a:off x="2449036" y="6283375"/>
            <a:ext cx="37160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배너의 </a:t>
            </a:r>
            <a:r>
              <a:rPr lang="en-US" altLang="ko-KR" dirty="0">
                <a:solidFill>
                  <a:srgbClr val="FF0000"/>
                </a:solidFill>
              </a:rPr>
              <a:t>+</a:t>
            </a:r>
            <a:r>
              <a:rPr lang="ko-KR" altLang="en-US" dirty="0">
                <a:solidFill>
                  <a:srgbClr val="FF0000"/>
                </a:solidFill>
              </a:rPr>
              <a:t>를 클릭하면 선택 가능한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악세서리 조합 옵션이 나타남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추가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87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7AA2B3-489A-209F-7F2B-BEA779BD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4DE6E22-8F3E-02DD-98D9-D6B21B9D1655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ln/>
          <a:effectLst>
            <a:outerShdw blurRad="266700" dist="57150" dir="5400000" algn="bl" rotWithShape="0">
              <a:srgbClr val="14161C">
                <a:alpha val="18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2479ED3-41B2-414D-31DC-DF11F9053ECE}"/>
              </a:ext>
            </a:extLst>
          </p:cNvPr>
          <p:cNvSpPr/>
          <p:nvPr/>
        </p:nvSpPr>
        <p:spPr>
          <a:xfrm>
            <a:off x="495300" y="647700"/>
            <a:ext cx="6781800" cy="9525"/>
          </a:xfrm>
          <a:prstGeom prst="rect">
            <a:avLst/>
          </a:prstGeom>
          <a:solidFill>
            <a:srgbClr val="1C1D1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F42F8A-BC14-F8FE-4455-C25E0FB2D646}"/>
              </a:ext>
            </a:extLst>
          </p:cNvPr>
          <p:cNvSpPr/>
          <p:nvPr/>
        </p:nvSpPr>
        <p:spPr>
          <a:xfrm>
            <a:off x="495300" y="381000"/>
            <a:ext cx="7850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C0C7EAB-0B2A-BB3A-2F2C-B5709B05CB2E}"/>
              </a:ext>
            </a:extLst>
          </p:cNvPr>
          <p:cNvSpPr/>
          <p:nvPr/>
        </p:nvSpPr>
        <p:spPr>
          <a:xfrm>
            <a:off x="1318468" y="390525"/>
            <a:ext cx="17851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A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ACCESSORY PROGRAM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EDC5F7-7350-CA2B-8151-754327654862}"/>
              </a:ext>
            </a:extLst>
          </p:cNvPr>
          <p:cNvSpPr/>
          <p:nvPr/>
        </p:nvSpPr>
        <p:spPr>
          <a:xfrm>
            <a:off x="495300" y="828675"/>
            <a:ext cx="745998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30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Accessory Combination Guide</a:t>
            </a:r>
            <a:endParaRPr lang="en-US" sz="1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90A20A-4F15-EE7E-8E05-7782C6F1FC65}"/>
              </a:ext>
            </a:extLst>
          </p:cNvPr>
          <p:cNvSpPr/>
          <p:nvPr/>
        </p:nvSpPr>
        <p:spPr>
          <a:xfrm>
            <a:off x="495300" y="1148655"/>
            <a:ext cx="7459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악세서리 결합 가이드 · 설치 위치별 결합 조합</a:t>
            </a:r>
            <a:endParaRPr lang="en-US" sz="975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DCA3BB6-89D7-709C-B307-C797C17D8094}"/>
              </a:ext>
            </a:extLst>
          </p:cNvPr>
          <p:cNvSpPr/>
          <p:nvPr/>
        </p:nvSpPr>
        <p:spPr>
          <a:xfrm>
            <a:off x="495300" y="1462980"/>
            <a:ext cx="6781800" cy="590550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080D169-D7A3-3D7B-E1FC-E16D34D8CEE4}"/>
              </a:ext>
            </a:extLst>
          </p:cNvPr>
          <p:cNvSpPr/>
          <p:nvPr/>
        </p:nvSpPr>
        <p:spPr>
          <a:xfrm>
            <a:off x="495300" y="2044005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5857271-6D89-5A36-8B8A-8FBA86F94E5B}"/>
              </a:ext>
            </a:extLst>
          </p:cNvPr>
          <p:cNvSpPr/>
          <p:nvPr/>
        </p:nvSpPr>
        <p:spPr>
          <a:xfrm>
            <a:off x="495300" y="146298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923FD1F-F7E0-2D63-A5F8-C2A37B3B268F}"/>
              </a:ext>
            </a:extLst>
          </p:cNvPr>
          <p:cNvSpPr/>
          <p:nvPr/>
        </p:nvSpPr>
        <p:spPr>
          <a:xfrm>
            <a:off x="495300" y="1462980"/>
            <a:ext cx="38100" cy="590550"/>
          </a:xfrm>
          <a:prstGeom prst="rect">
            <a:avLst/>
          </a:prstGeom>
          <a:solidFill>
            <a:srgbClr val="3F6CB0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EDABAE1-E427-3473-7702-4468C14E8FDB}"/>
              </a:ext>
            </a:extLst>
          </p:cNvPr>
          <p:cNvSpPr/>
          <p:nvPr/>
        </p:nvSpPr>
        <p:spPr>
          <a:xfrm>
            <a:off x="7267575" y="1462980"/>
            <a:ext cx="9525" cy="59055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015DAF7-5824-4555-FF7C-3997FDE95579}"/>
              </a:ext>
            </a:extLst>
          </p:cNvPr>
          <p:cNvSpPr/>
          <p:nvPr/>
        </p:nvSpPr>
        <p:spPr>
          <a:xfrm>
            <a:off x="3100239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97E44C1-94CD-E290-B234-BAF0D5ED914B}"/>
              </a:ext>
            </a:extLst>
          </p:cNvPr>
          <p:cNvSpPr/>
          <p:nvPr/>
        </p:nvSpPr>
        <p:spPr>
          <a:xfrm>
            <a:off x="704850" y="1596330"/>
            <a:ext cx="244633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· 설치 위치</a:t>
            </a:r>
            <a:endParaRPr lang="en-US" sz="675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80342B2-0867-30BC-397B-DDDA8CABD8D8}"/>
              </a:ext>
            </a:extLst>
          </p:cNvPr>
          <p:cNvSpPr/>
          <p:nvPr/>
        </p:nvSpPr>
        <p:spPr>
          <a:xfrm>
            <a:off x="704850" y="1729680"/>
            <a:ext cx="24463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</a:t>
            </a:r>
            <a:r>
              <a:rPr lang="en-US" sz="9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벽면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9289F18-0B0B-47E1-49F5-3241C9D826A6}"/>
              </a:ext>
            </a:extLst>
          </p:cNvPr>
          <p:cNvSpPr/>
          <p:nvPr/>
        </p:nvSpPr>
        <p:spPr>
          <a:xfrm>
            <a:off x="6343650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470DE14-D259-A3E6-0571-90EADF363407}"/>
              </a:ext>
            </a:extLst>
          </p:cNvPr>
          <p:cNvSpPr/>
          <p:nvPr/>
        </p:nvSpPr>
        <p:spPr>
          <a:xfrm>
            <a:off x="3281214" y="1596330"/>
            <a:ext cx="318008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CAMERA · 대상 카메라</a:t>
            </a:r>
            <a:endParaRPr lang="en-US" sz="675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8C80BB8-7EDF-E29C-7A12-4C425810EB36}"/>
              </a:ext>
            </a:extLst>
          </p:cNvPr>
          <p:cNvSpPr/>
          <p:nvPr/>
        </p:nvSpPr>
        <p:spPr>
          <a:xfrm>
            <a:off x="3281214" y="1729680"/>
            <a:ext cx="31800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 </a:t>
            </a:r>
            <a:r>
              <a:rPr lang="en-US" sz="900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Network Camera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503CECD-46DC-6BE6-C3D6-7BFC86CC6F8C}"/>
              </a:ext>
            </a:extLst>
          </p:cNvPr>
          <p:cNvSpPr/>
          <p:nvPr/>
        </p:nvSpPr>
        <p:spPr>
          <a:xfrm>
            <a:off x="6524625" y="1596330"/>
            <a:ext cx="6477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</a:t>
            </a:r>
            <a:endParaRPr lang="en-US" sz="675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C8712C4-0BDE-AC71-B4BE-ADBC4295B237}"/>
              </a:ext>
            </a:extLst>
          </p:cNvPr>
          <p:cNvSpPr/>
          <p:nvPr/>
        </p:nvSpPr>
        <p:spPr>
          <a:xfrm>
            <a:off x="6524625" y="1729680"/>
            <a:ext cx="64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9D9589B-D3B6-4140-AE1E-A6578B6F1E99}"/>
              </a:ext>
            </a:extLst>
          </p:cNvPr>
          <p:cNvSpPr/>
          <p:nvPr/>
        </p:nvSpPr>
        <p:spPr>
          <a:xfrm>
            <a:off x="495300" y="2282130"/>
            <a:ext cx="18440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8A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COMBINATIONS · 결합 조합</a:t>
            </a:r>
            <a:endParaRPr lang="en-US" sz="7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B90F9A7-E149-3DB1-51DA-D4811715E507}"/>
              </a:ext>
            </a:extLst>
          </p:cNvPr>
          <p:cNvSpPr/>
          <p:nvPr/>
        </p:nvSpPr>
        <p:spPr>
          <a:xfrm>
            <a:off x="2286000" y="2339280"/>
            <a:ext cx="49911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758DF89-380E-FDEC-7FF3-3E10B38A9074}"/>
              </a:ext>
            </a:extLst>
          </p:cNvPr>
          <p:cNvSpPr/>
          <p:nvPr/>
        </p:nvSpPr>
        <p:spPr>
          <a:xfrm>
            <a:off x="495300" y="2539305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DF4070B3-2BC5-F024-4245-6CEC60688CAA}"/>
              </a:ext>
            </a:extLst>
          </p:cNvPr>
          <p:cNvSpPr/>
          <p:nvPr/>
        </p:nvSpPr>
        <p:spPr>
          <a:xfrm>
            <a:off x="504825" y="2548830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C6D6699-481E-F50D-01FB-E7B198A69964}"/>
              </a:ext>
            </a:extLst>
          </p:cNvPr>
          <p:cNvSpPr/>
          <p:nvPr/>
        </p:nvSpPr>
        <p:spPr>
          <a:xfrm>
            <a:off x="1200150" y="2548830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BC7C1A4-10B2-B819-6E2E-79A09D82B9A7}"/>
              </a:ext>
            </a:extLst>
          </p:cNvPr>
          <p:cNvSpPr/>
          <p:nvPr/>
        </p:nvSpPr>
        <p:spPr>
          <a:xfrm>
            <a:off x="600075" y="2908548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WL-01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F622BF6-0F94-B249-BB7A-D3D86F3A0A76}"/>
              </a:ext>
            </a:extLst>
          </p:cNvPr>
          <p:cNvSpPr/>
          <p:nvPr/>
        </p:nvSpPr>
        <p:spPr>
          <a:xfrm>
            <a:off x="600075" y="3079998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install</a:t>
            </a:r>
            <a:endParaRPr lang="en-US" sz="713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AEEAAAF1-C539-C2FD-CCB0-836939D7A454}"/>
              </a:ext>
            </a:extLst>
          </p:cNvPr>
          <p:cNvSpPr/>
          <p:nvPr/>
        </p:nvSpPr>
        <p:spPr>
          <a:xfrm>
            <a:off x="14954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934A6270-DF20-CA20-B832-62ADF05C9497}"/>
              </a:ext>
            </a:extLst>
          </p:cNvPr>
          <p:cNvSpPr/>
          <p:nvPr/>
        </p:nvSpPr>
        <p:spPr>
          <a:xfrm>
            <a:off x="1504950" y="267265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4C7BF105-3D7F-DF56-A9C7-64338C7338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2672655"/>
            <a:ext cx="590550" cy="590550"/>
          </a:xfrm>
          <a:prstGeom prst="rect">
            <a:avLst/>
          </a:prstGeom>
        </p:spPr>
      </p:pic>
      <p:sp>
        <p:nvSpPr>
          <p:cNvPr id="31" name="Text 28">
            <a:extLst>
              <a:ext uri="{FF2B5EF4-FFF2-40B4-BE49-F238E27FC236}">
                <a16:creationId xmlns:a16="http://schemas.microsoft.com/office/drawing/2014/main" id="{9247083C-EB98-F5C0-5BA9-4AC2505F88DA}"/>
              </a:ext>
            </a:extLst>
          </p:cNvPr>
          <p:cNvSpPr/>
          <p:nvPr/>
        </p:nvSpPr>
        <p:spPr>
          <a:xfrm>
            <a:off x="1439168" y="3329880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57B7821-EFA1-CDAD-9846-498150B891D9}"/>
              </a:ext>
            </a:extLst>
          </p:cNvPr>
          <p:cNvSpPr/>
          <p:nvPr/>
        </p:nvSpPr>
        <p:spPr>
          <a:xfrm>
            <a:off x="1439168" y="3448943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B360BA06-D547-010F-4FC3-25A4AE27BCA2}"/>
              </a:ext>
            </a:extLst>
          </p:cNvPr>
          <p:cNvSpPr/>
          <p:nvPr/>
        </p:nvSpPr>
        <p:spPr>
          <a:xfrm>
            <a:off x="2282279" y="2839343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2FEBC85A-0BFC-F718-A9AB-9836AC0B101A}"/>
              </a:ext>
            </a:extLst>
          </p:cNvPr>
          <p:cNvSpPr/>
          <p:nvPr/>
        </p:nvSpPr>
        <p:spPr>
          <a:xfrm>
            <a:off x="25622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22835E79-8A4E-D73F-B7C5-725680D432B8}"/>
              </a:ext>
            </a:extLst>
          </p:cNvPr>
          <p:cNvSpPr/>
          <p:nvPr/>
        </p:nvSpPr>
        <p:spPr>
          <a:xfrm>
            <a:off x="2716411" y="2920305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9DFE9EF3-6B1B-6C8D-5689-DCE3F4995549}"/>
              </a:ext>
            </a:extLst>
          </p:cNvPr>
          <p:cNvSpPr/>
          <p:nvPr/>
        </p:nvSpPr>
        <p:spPr>
          <a:xfrm>
            <a:off x="2623096" y="3329880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773FE31C-8A15-4170-E991-91C276B51B1A}"/>
              </a:ext>
            </a:extLst>
          </p:cNvPr>
          <p:cNvSpPr/>
          <p:nvPr/>
        </p:nvSpPr>
        <p:spPr>
          <a:xfrm>
            <a:off x="495300" y="3770858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r>
              <a:rPr lang="ko-KR" altLang="en-US" dirty="0"/>
              <a:t>ㅊ</a:t>
            </a:r>
            <a:endParaRPr lang="en-US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734A2359-22EC-8A69-D72A-890C45AD25CB}"/>
              </a:ext>
            </a:extLst>
          </p:cNvPr>
          <p:cNvSpPr/>
          <p:nvPr/>
        </p:nvSpPr>
        <p:spPr>
          <a:xfrm>
            <a:off x="504825" y="3780383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43946FFE-2ED7-840A-CAC4-9B8AC501CAD8}"/>
              </a:ext>
            </a:extLst>
          </p:cNvPr>
          <p:cNvSpPr/>
          <p:nvPr/>
        </p:nvSpPr>
        <p:spPr>
          <a:xfrm>
            <a:off x="1200150" y="3780383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397FF91D-2FBA-9646-3EA7-725E2B318C17}"/>
              </a:ext>
            </a:extLst>
          </p:cNvPr>
          <p:cNvSpPr/>
          <p:nvPr/>
        </p:nvSpPr>
        <p:spPr>
          <a:xfrm>
            <a:off x="600075" y="4140101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WL-02</a:t>
            </a:r>
            <a:endParaRPr lang="en-US" sz="9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1AC5D40B-1694-64F1-D52F-D3ADF3BE03A9}"/>
              </a:ext>
            </a:extLst>
          </p:cNvPr>
          <p:cNvSpPr/>
          <p:nvPr/>
        </p:nvSpPr>
        <p:spPr>
          <a:xfrm>
            <a:off x="600075" y="4311551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mount</a:t>
            </a:r>
            <a:endParaRPr lang="en-US" sz="713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1561FE1B-CF85-5903-2B38-CCA83CB98F00}"/>
              </a:ext>
            </a:extLst>
          </p:cNvPr>
          <p:cNvSpPr/>
          <p:nvPr/>
        </p:nvSpPr>
        <p:spPr>
          <a:xfrm>
            <a:off x="14954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0F1FD4D1-5D0F-2912-1DB5-31B39F6E2025}"/>
              </a:ext>
            </a:extLst>
          </p:cNvPr>
          <p:cNvSpPr/>
          <p:nvPr/>
        </p:nvSpPr>
        <p:spPr>
          <a:xfrm>
            <a:off x="1504950" y="390420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F056BAAE-AE2F-AE89-38DE-8702CD1056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3904208"/>
            <a:ext cx="590550" cy="590550"/>
          </a:xfrm>
          <a:prstGeom prst="rect">
            <a:avLst/>
          </a:prstGeom>
        </p:spPr>
      </p:pic>
      <p:sp>
        <p:nvSpPr>
          <p:cNvPr id="45" name="Text 41">
            <a:extLst>
              <a:ext uri="{FF2B5EF4-FFF2-40B4-BE49-F238E27FC236}">
                <a16:creationId xmlns:a16="http://schemas.microsoft.com/office/drawing/2014/main" id="{AD91E0F3-057E-221A-68A9-E0519E0F7910}"/>
              </a:ext>
            </a:extLst>
          </p:cNvPr>
          <p:cNvSpPr/>
          <p:nvPr/>
        </p:nvSpPr>
        <p:spPr>
          <a:xfrm>
            <a:off x="1439168" y="4561433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0361419-E700-C7BF-1197-577C6C4CBFCA}"/>
              </a:ext>
            </a:extLst>
          </p:cNvPr>
          <p:cNvSpPr/>
          <p:nvPr/>
        </p:nvSpPr>
        <p:spPr>
          <a:xfrm>
            <a:off x="1439168" y="4680496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61EEA00C-5682-B8A7-3E4E-C63FE4328201}"/>
              </a:ext>
            </a:extLst>
          </p:cNvPr>
          <p:cNvSpPr/>
          <p:nvPr/>
        </p:nvSpPr>
        <p:spPr>
          <a:xfrm>
            <a:off x="2301180" y="4070896"/>
            <a:ext cx="1791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4B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48" name="Shape 44">
            <a:extLst>
              <a:ext uri="{FF2B5EF4-FFF2-40B4-BE49-F238E27FC236}">
                <a16:creationId xmlns:a16="http://schemas.microsoft.com/office/drawing/2014/main" id="{5FB426BD-3114-8A0B-0883-E1FE8DCBCCA5}"/>
              </a:ext>
            </a:extLst>
          </p:cNvPr>
          <p:cNvSpPr/>
          <p:nvPr/>
        </p:nvSpPr>
        <p:spPr>
          <a:xfrm>
            <a:off x="26003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9" name="Shape 45">
            <a:extLst>
              <a:ext uri="{FF2B5EF4-FFF2-40B4-BE49-F238E27FC236}">
                <a16:creationId xmlns:a16="http://schemas.microsoft.com/office/drawing/2014/main" id="{94655D43-949B-6138-7ED0-6A88F03DDE2D}"/>
              </a:ext>
            </a:extLst>
          </p:cNvPr>
          <p:cNvSpPr/>
          <p:nvPr/>
        </p:nvSpPr>
        <p:spPr>
          <a:xfrm>
            <a:off x="2609850" y="390420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77AADDFD-4057-20B3-A31A-42FF058E3D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09850" y="3904208"/>
            <a:ext cx="590550" cy="590550"/>
          </a:xfrm>
          <a:prstGeom prst="rect">
            <a:avLst/>
          </a:prstGeom>
        </p:spPr>
      </p:pic>
      <p:sp>
        <p:nvSpPr>
          <p:cNvPr id="51" name="Text 46">
            <a:extLst>
              <a:ext uri="{FF2B5EF4-FFF2-40B4-BE49-F238E27FC236}">
                <a16:creationId xmlns:a16="http://schemas.microsoft.com/office/drawing/2014/main" id="{D37D3AC4-DF65-8CC2-0356-6D9D7F8C1593}"/>
              </a:ext>
            </a:extLst>
          </p:cNvPr>
          <p:cNvSpPr/>
          <p:nvPr/>
        </p:nvSpPr>
        <p:spPr>
          <a:xfrm>
            <a:off x="2523976" y="4561433"/>
            <a:ext cx="76214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AVM-HWM-E-L1</a:t>
            </a:r>
            <a:endParaRPr lang="en-US" sz="75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3D576ACC-9FFE-EF06-1F4E-A641FB29E5E5}"/>
              </a:ext>
            </a:extLst>
          </p:cNvPr>
          <p:cNvSpPr/>
          <p:nvPr/>
        </p:nvSpPr>
        <p:spPr>
          <a:xfrm>
            <a:off x="2523976" y="4680496"/>
            <a:ext cx="762149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Mount</a:t>
            </a:r>
            <a:endParaRPr lang="en-US" sz="675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0A2C0700-0510-7D52-9C21-FB80A4FA1A57}"/>
              </a:ext>
            </a:extLst>
          </p:cNvPr>
          <p:cNvSpPr/>
          <p:nvPr/>
        </p:nvSpPr>
        <p:spPr>
          <a:xfrm>
            <a:off x="3387179" y="4070896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54" name="Shape 49">
            <a:extLst>
              <a:ext uri="{FF2B5EF4-FFF2-40B4-BE49-F238E27FC236}">
                <a16:creationId xmlns:a16="http://schemas.microsoft.com/office/drawing/2014/main" id="{53152705-D20B-7C0E-B3D5-6B1CEA4B5D0F}"/>
              </a:ext>
            </a:extLst>
          </p:cNvPr>
          <p:cNvSpPr/>
          <p:nvPr/>
        </p:nvSpPr>
        <p:spPr>
          <a:xfrm>
            <a:off x="36671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8C19E746-32CC-017C-93D0-34F7CA1449C8}"/>
              </a:ext>
            </a:extLst>
          </p:cNvPr>
          <p:cNvSpPr/>
          <p:nvPr/>
        </p:nvSpPr>
        <p:spPr>
          <a:xfrm>
            <a:off x="3821311" y="4151858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B412DAE2-0A72-5BC7-B755-3C5E1124F21B}"/>
              </a:ext>
            </a:extLst>
          </p:cNvPr>
          <p:cNvSpPr/>
          <p:nvPr/>
        </p:nvSpPr>
        <p:spPr>
          <a:xfrm>
            <a:off x="3727996" y="4561433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129" name="Shape 119">
            <a:extLst>
              <a:ext uri="{FF2B5EF4-FFF2-40B4-BE49-F238E27FC236}">
                <a16:creationId xmlns:a16="http://schemas.microsoft.com/office/drawing/2014/main" id="{76330D61-ADCF-0D90-7DD8-E4E96A7C5EB7}"/>
              </a:ext>
            </a:extLst>
          </p:cNvPr>
          <p:cNvSpPr/>
          <p:nvPr/>
        </p:nvSpPr>
        <p:spPr>
          <a:xfrm>
            <a:off x="495300" y="948690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0" name="Text 120">
            <a:extLst>
              <a:ext uri="{FF2B5EF4-FFF2-40B4-BE49-F238E27FC236}">
                <a16:creationId xmlns:a16="http://schemas.microsoft.com/office/drawing/2014/main" id="{AC0D2325-0D1C-6650-DFAD-C46D966B37AD}"/>
              </a:ext>
            </a:extLst>
          </p:cNvPr>
          <p:cNvSpPr/>
          <p:nvPr/>
        </p:nvSpPr>
        <p:spPr>
          <a:xfrm>
            <a:off x="495300" y="9648825"/>
            <a:ext cx="211236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 · ACCESSORY COMBINATION GUIDE</a:t>
            </a:r>
            <a:endParaRPr lang="en-US" sz="638" dirty="0"/>
          </a:p>
        </p:txBody>
      </p:sp>
      <p:sp>
        <p:nvSpPr>
          <p:cNvPr id="131" name="Text 121">
            <a:extLst>
              <a:ext uri="{FF2B5EF4-FFF2-40B4-BE49-F238E27FC236}">
                <a16:creationId xmlns:a16="http://schemas.microsoft.com/office/drawing/2014/main" id="{2A2D1724-87CD-63A0-2DB0-6EF3814EDCF0}"/>
              </a:ext>
            </a:extLst>
          </p:cNvPr>
          <p:cNvSpPr/>
          <p:nvPr/>
        </p:nvSpPr>
        <p:spPr>
          <a:xfrm>
            <a:off x="4627662" y="9648825"/>
            <a:ext cx="51360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 · 01</a:t>
            </a:r>
            <a:endParaRPr lang="en-US" sz="638" dirty="0"/>
          </a:p>
        </p:txBody>
      </p:sp>
      <p:sp>
        <p:nvSpPr>
          <p:cNvPr id="132" name="Shape 34">
            <a:extLst>
              <a:ext uri="{FF2B5EF4-FFF2-40B4-BE49-F238E27FC236}">
                <a16:creationId xmlns:a16="http://schemas.microsoft.com/office/drawing/2014/main" id="{35FD5766-B8F1-0E91-1612-2F9A39660102}"/>
              </a:ext>
            </a:extLst>
          </p:cNvPr>
          <p:cNvSpPr/>
          <p:nvPr/>
        </p:nvSpPr>
        <p:spPr>
          <a:xfrm>
            <a:off x="495300" y="5009108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r>
              <a:rPr lang="ko-KR" altLang="en-US" dirty="0"/>
              <a:t>ㅊ</a:t>
            </a:r>
            <a:endParaRPr lang="en-US" dirty="0"/>
          </a:p>
        </p:txBody>
      </p:sp>
      <p:sp>
        <p:nvSpPr>
          <p:cNvPr id="133" name="Shape 35">
            <a:extLst>
              <a:ext uri="{FF2B5EF4-FFF2-40B4-BE49-F238E27FC236}">
                <a16:creationId xmlns:a16="http://schemas.microsoft.com/office/drawing/2014/main" id="{64263064-70DA-B958-A98C-8341A653A5A5}"/>
              </a:ext>
            </a:extLst>
          </p:cNvPr>
          <p:cNvSpPr/>
          <p:nvPr/>
        </p:nvSpPr>
        <p:spPr>
          <a:xfrm>
            <a:off x="504825" y="5018633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34" name="Shape 36">
            <a:extLst>
              <a:ext uri="{FF2B5EF4-FFF2-40B4-BE49-F238E27FC236}">
                <a16:creationId xmlns:a16="http://schemas.microsoft.com/office/drawing/2014/main" id="{794EC39E-B39A-84F4-7C8A-E5F52152ED1A}"/>
              </a:ext>
            </a:extLst>
          </p:cNvPr>
          <p:cNvSpPr/>
          <p:nvPr/>
        </p:nvSpPr>
        <p:spPr>
          <a:xfrm>
            <a:off x="1200150" y="5018633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135" name="Text 37">
            <a:extLst>
              <a:ext uri="{FF2B5EF4-FFF2-40B4-BE49-F238E27FC236}">
                <a16:creationId xmlns:a16="http://schemas.microsoft.com/office/drawing/2014/main" id="{97A00C33-D2AC-1AC3-490D-28CB6A85DC60}"/>
              </a:ext>
            </a:extLst>
          </p:cNvPr>
          <p:cNvSpPr/>
          <p:nvPr/>
        </p:nvSpPr>
        <p:spPr>
          <a:xfrm>
            <a:off x="600075" y="5378351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WL-02</a:t>
            </a:r>
            <a:endParaRPr lang="en-US" sz="900" dirty="0"/>
          </a:p>
        </p:txBody>
      </p:sp>
      <p:sp>
        <p:nvSpPr>
          <p:cNvPr id="136" name="Text 38">
            <a:extLst>
              <a:ext uri="{FF2B5EF4-FFF2-40B4-BE49-F238E27FC236}">
                <a16:creationId xmlns:a16="http://schemas.microsoft.com/office/drawing/2014/main" id="{1F6193AE-8514-33A4-50FA-A9C12D959FC4}"/>
              </a:ext>
            </a:extLst>
          </p:cNvPr>
          <p:cNvSpPr/>
          <p:nvPr/>
        </p:nvSpPr>
        <p:spPr>
          <a:xfrm>
            <a:off x="600075" y="5549801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mount</a:t>
            </a:r>
            <a:endParaRPr lang="en-US" sz="713" dirty="0"/>
          </a:p>
        </p:txBody>
      </p:sp>
      <p:sp>
        <p:nvSpPr>
          <p:cNvPr id="137" name="Shape 39">
            <a:extLst>
              <a:ext uri="{FF2B5EF4-FFF2-40B4-BE49-F238E27FC236}">
                <a16:creationId xmlns:a16="http://schemas.microsoft.com/office/drawing/2014/main" id="{500A6A27-C599-5E1A-52E1-CC726CD5B254}"/>
              </a:ext>
            </a:extLst>
          </p:cNvPr>
          <p:cNvSpPr/>
          <p:nvPr/>
        </p:nvSpPr>
        <p:spPr>
          <a:xfrm>
            <a:off x="1495425" y="513293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38" name="Shape 40">
            <a:extLst>
              <a:ext uri="{FF2B5EF4-FFF2-40B4-BE49-F238E27FC236}">
                <a16:creationId xmlns:a16="http://schemas.microsoft.com/office/drawing/2014/main" id="{3C720969-DAE1-9DA6-8770-C3B65CB30329}"/>
              </a:ext>
            </a:extLst>
          </p:cNvPr>
          <p:cNvSpPr/>
          <p:nvPr/>
        </p:nvSpPr>
        <p:spPr>
          <a:xfrm>
            <a:off x="1504950" y="514245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9" name="Image 1" descr="preencoded.png">
            <a:extLst>
              <a:ext uri="{FF2B5EF4-FFF2-40B4-BE49-F238E27FC236}">
                <a16:creationId xmlns:a16="http://schemas.microsoft.com/office/drawing/2014/main" id="{A40AC2BA-08F6-A796-3B5C-101175FF60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5142458"/>
            <a:ext cx="590550" cy="590550"/>
          </a:xfrm>
          <a:prstGeom prst="rect">
            <a:avLst/>
          </a:prstGeom>
        </p:spPr>
      </p:pic>
      <p:sp>
        <p:nvSpPr>
          <p:cNvPr id="140" name="Text 41">
            <a:extLst>
              <a:ext uri="{FF2B5EF4-FFF2-40B4-BE49-F238E27FC236}">
                <a16:creationId xmlns:a16="http://schemas.microsoft.com/office/drawing/2014/main" id="{27357EC8-435E-01E5-C3C4-0F2769577765}"/>
              </a:ext>
            </a:extLst>
          </p:cNvPr>
          <p:cNvSpPr/>
          <p:nvPr/>
        </p:nvSpPr>
        <p:spPr>
          <a:xfrm>
            <a:off x="1439168" y="5799683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141" name="Text 42">
            <a:extLst>
              <a:ext uri="{FF2B5EF4-FFF2-40B4-BE49-F238E27FC236}">
                <a16:creationId xmlns:a16="http://schemas.microsoft.com/office/drawing/2014/main" id="{0A1593E2-9CEE-F197-E36B-89FB95202EEB}"/>
              </a:ext>
            </a:extLst>
          </p:cNvPr>
          <p:cNvSpPr/>
          <p:nvPr/>
        </p:nvSpPr>
        <p:spPr>
          <a:xfrm>
            <a:off x="1439168" y="5918746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142" name="Text 43">
            <a:extLst>
              <a:ext uri="{FF2B5EF4-FFF2-40B4-BE49-F238E27FC236}">
                <a16:creationId xmlns:a16="http://schemas.microsoft.com/office/drawing/2014/main" id="{3F7E5448-D956-A27C-7138-6FB63309FA0F}"/>
              </a:ext>
            </a:extLst>
          </p:cNvPr>
          <p:cNvSpPr/>
          <p:nvPr/>
        </p:nvSpPr>
        <p:spPr>
          <a:xfrm>
            <a:off x="2301180" y="5309146"/>
            <a:ext cx="1791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4B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143" name="Shape 44">
            <a:extLst>
              <a:ext uri="{FF2B5EF4-FFF2-40B4-BE49-F238E27FC236}">
                <a16:creationId xmlns:a16="http://schemas.microsoft.com/office/drawing/2014/main" id="{31A324D4-6BF2-7A44-B4A1-D7DA6E834159}"/>
              </a:ext>
            </a:extLst>
          </p:cNvPr>
          <p:cNvSpPr/>
          <p:nvPr/>
        </p:nvSpPr>
        <p:spPr>
          <a:xfrm>
            <a:off x="2600325" y="513293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44" name="Shape 45">
            <a:extLst>
              <a:ext uri="{FF2B5EF4-FFF2-40B4-BE49-F238E27FC236}">
                <a16:creationId xmlns:a16="http://schemas.microsoft.com/office/drawing/2014/main" id="{8BC741B8-30C2-DBBB-4125-29D916C78BA9}"/>
              </a:ext>
            </a:extLst>
          </p:cNvPr>
          <p:cNvSpPr/>
          <p:nvPr/>
        </p:nvSpPr>
        <p:spPr>
          <a:xfrm>
            <a:off x="2609850" y="514245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6" name="Text 46">
            <a:extLst>
              <a:ext uri="{FF2B5EF4-FFF2-40B4-BE49-F238E27FC236}">
                <a16:creationId xmlns:a16="http://schemas.microsoft.com/office/drawing/2014/main" id="{43B54200-0BA6-BD84-1773-3B337293E0B1}"/>
              </a:ext>
            </a:extLst>
          </p:cNvPr>
          <p:cNvSpPr/>
          <p:nvPr/>
        </p:nvSpPr>
        <p:spPr>
          <a:xfrm>
            <a:off x="2523976" y="5799683"/>
            <a:ext cx="76214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AVM-HWM-E-L1</a:t>
            </a:r>
            <a:endParaRPr lang="en-US" sz="750" dirty="0"/>
          </a:p>
        </p:txBody>
      </p:sp>
      <p:sp>
        <p:nvSpPr>
          <p:cNvPr id="147" name="Text 47">
            <a:extLst>
              <a:ext uri="{FF2B5EF4-FFF2-40B4-BE49-F238E27FC236}">
                <a16:creationId xmlns:a16="http://schemas.microsoft.com/office/drawing/2014/main" id="{0F2C0EEA-73B8-62BE-750C-D24390B85FEA}"/>
              </a:ext>
            </a:extLst>
          </p:cNvPr>
          <p:cNvSpPr/>
          <p:nvPr/>
        </p:nvSpPr>
        <p:spPr>
          <a:xfrm>
            <a:off x="2523976" y="5918746"/>
            <a:ext cx="762149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Mount</a:t>
            </a:r>
            <a:endParaRPr lang="en-US" sz="675" dirty="0"/>
          </a:p>
        </p:txBody>
      </p:sp>
      <p:sp>
        <p:nvSpPr>
          <p:cNvPr id="148" name="Text 48">
            <a:extLst>
              <a:ext uri="{FF2B5EF4-FFF2-40B4-BE49-F238E27FC236}">
                <a16:creationId xmlns:a16="http://schemas.microsoft.com/office/drawing/2014/main" id="{0CC252FE-FFD6-56F0-A4A9-CEA1E6307E32}"/>
              </a:ext>
            </a:extLst>
          </p:cNvPr>
          <p:cNvSpPr/>
          <p:nvPr/>
        </p:nvSpPr>
        <p:spPr>
          <a:xfrm>
            <a:off x="3387179" y="5309146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49" name="Shape 49">
            <a:extLst>
              <a:ext uri="{FF2B5EF4-FFF2-40B4-BE49-F238E27FC236}">
                <a16:creationId xmlns:a16="http://schemas.microsoft.com/office/drawing/2014/main" id="{276C7D2B-7CC4-B637-DCC4-CEF45928DEB5}"/>
              </a:ext>
            </a:extLst>
          </p:cNvPr>
          <p:cNvSpPr/>
          <p:nvPr/>
        </p:nvSpPr>
        <p:spPr>
          <a:xfrm>
            <a:off x="3667125" y="513293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150" name="Text 50">
            <a:extLst>
              <a:ext uri="{FF2B5EF4-FFF2-40B4-BE49-F238E27FC236}">
                <a16:creationId xmlns:a16="http://schemas.microsoft.com/office/drawing/2014/main" id="{3E49C7ED-684D-A1F5-4CEC-366FF03AF4F5}"/>
              </a:ext>
            </a:extLst>
          </p:cNvPr>
          <p:cNvSpPr/>
          <p:nvPr/>
        </p:nvSpPr>
        <p:spPr>
          <a:xfrm>
            <a:off x="3821311" y="5390108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151" name="Text 51">
            <a:extLst>
              <a:ext uri="{FF2B5EF4-FFF2-40B4-BE49-F238E27FC236}">
                <a16:creationId xmlns:a16="http://schemas.microsoft.com/office/drawing/2014/main" id="{73B9CB88-73B1-6544-BFE1-748421A421F9}"/>
              </a:ext>
            </a:extLst>
          </p:cNvPr>
          <p:cNvSpPr/>
          <p:nvPr/>
        </p:nvSpPr>
        <p:spPr>
          <a:xfrm>
            <a:off x="3727996" y="5799683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152" name="Shape 34">
            <a:extLst>
              <a:ext uri="{FF2B5EF4-FFF2-40B4-BE49-F238E27FC236}">
                <a16:creationId xmlns:a16="http://schemas.microsoft.com/office/drawing/2014/main" id="{16EF1DD5-DF42-8399-B87A-1B96D1298A80}"/>
              </a:ext>
            </a:extLst>
          </p:cNvPr>
          <p:cNvSpPr/>
          <p:nvPr/>
        </p:nvSpPr>
        <p:spPr>
          <a:xfrm>
            <a:off x="495300" y="6244157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3" name="Cross 152">
            <a:extLst>
              <a:ext uri="{FF2B5EF4-FFF2-40B4-BE49-F238E27FC236}">
                <a16:creationId xmlns:a16="http://schemas.microsoft.com/office/drawing/2014/main" id="{95446BF2-7F83-1B4E-DC05-473C620F0A89}"/>
              </a:ext>
            </a:extLst>
          </p:cNvPr>
          <p:cNvSpPr/>
          <p:nvPr/>
        </p:nvSpPr>
        <p:spPr>
          <a:xfrm>
            <a:off x="3722079" y="6648187"/>
            <a:ext cx="328241" cy="328241"/>
          </a:xfrm>
          <a:prstGeom prst="plus">
            <a:avLst>
              <a:gd name="adj" fmla="val 4096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Shape 63">
            <a:extLst>
              <a:ext uri="{FF2B5EF4-FFF2-40B4-BE49-F238E27FC236}">
                <a16:creationId xmlns:a16="http://schemas.microsoft.com/office/drawing/2014/main" id="{E7E9EB7E-07D9-2AC6-8313-03F19E7A30BB}"/>
              </a:ext>
            </a:extLst>
          </p:cNvPr>
          <p:cNvSpPr/>
          <p:nvPr/>
        </p:nvSpPr>
        <p:spPr>
          <a:xfrm>
            <a:off x="2600325" y="5126236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55" name="Text 64">
            <a:extLst>
              <a:ext uri="{FF2B5EF4-FFF2-40B4-BE49-F238E27FC236}">
                <a16:creationId xmlns:a16="http://schemas.microsoft.com/office/drawing/2014/main" id="{80A0789E-BCD6-F8F1-FF60-856814332EF3}"/>
              </a:ext>
            </a:extLst>
          </p:cNvPr>
          <p:cNvSpPr/>
          <p:nvPr/>
        </p:nvSpPr>
        <p:spPr>
          <a:xfrm>
            <a:off x="2784128" y="5383411"/>
            <a:ext cx="24199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00" kern="0" spc="75" dirty="0">
                <a:solidFill>
                  <a:srgbClr val="B4B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</a:t>
            </a:r>
            <a:endParaRPr lang="en-US" sz="600" dirty="0"/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FC74AD6-347A-CA4E-A06C-4903A8B17C71}"/>
              </a:ext>
            </a:extLst>
          </p:cNvPr>
          <p:cNvSpPr/>
          <p:nvPr/>
        </p:nvSpPr>
        <p:spPr>
          <a:xfrm>
            <a:off x="6691312" y="4272409"/>
            <a:ext cx="333375" cy="80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E6E70DD-4FF8-2ED7-D065-32C1455BC499}"/>
              </a:ext>
            </a:extLst>
          </p:cNvPr>
          <p:cNvSpPr/>
          <p:nvPr/>
        </p:nvSpPr>
        <p:spPr>
          <a:xfrm>
            <a:off x="6691312" y="5539234"/>
            <a:ext cx="333375" cy="80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EB3068A-C8A4-FBBC-E23F-4BA201806F21}"/>
              </a:ext>
            </a:extLst>
          </p:cNvPr>
          <p:cNvSpPr/>
          <p:nvPr/>
        </p:nvSpPr>
        <p:spPr>
          <a:xfrm>
            <a:off x="428627" y="4954787"/>
            <a:ext cx="6981823" cy="1289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377FC57-B992-B5DF-E9D0-6880F46700DD}"/>
              </a:ext>
            </a:extLst>
          </p:cNvPr>
          <p:cNvSpPr txBox="1"/>
          <p:nvPr/>
        </p:nvSpPr>
        <p:spPr>
          <a:xfrm>
            <a:off x="495300" y="6453931"/>
            <a:ext cx="3397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동일한 조합 배너를추가한 경우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C12A3FD4-2048-691A-B6D4-75A5420BFBC8}"/>
              </a:ext>
            </a:extLst>
          </p:cNvPr>
          <p:cNvSpPr/>
          <p:nvPr/>
        </p:nvSpPr>
        <p:spPr>
          <a:xfrm>
            <a:off x="6524625" y="4056682"/>
            <a:ext cx="638175" cy="6189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E03EA1DD-2BB0-C734-B272-09F1C176DD51}"/>
              </a:ext>
            </a:extLst>
          </p:cNvPr>
          <p:cNvSpPr txBox="1"/>
          <p:nvPr/>
        </p:nvSpPr>
        <p:spPr>
          <a:xfrm>
            <a:off x="4270737" y="3308820"/>
            <a:ext cx="33345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이미 생성된 배너에는 </a:t>
            </a:r>
            <a:r>
              <a:rPr lang="en-US" altLang="ko-KR" dirty="0">
                <a:solidFill>
                  <a:srgbClr val="FF0000"/>
                </a:solidFill>
              </a:rPr>
              <a:t>– </a:t>
            </a:r>
            <a:r>
              <a:rPr lang="ko-KR" altLang="en-US" dirty="0">
                <a:solidFill>
                  <a:srgbClr val="FF0000"/>
                </a:solidFill>
              </a:rPr>
              <a:t>표시로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배너를 지울수 있음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716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655C2-A046-444C-75BF-1ED55416C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92CABAA-D26B-DF7A-344A-BE8484E2CEBD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ln/>
          <a:effectLst>
            <a:outerShdw blurRad="266700" dist="57150" dir="5400000" algn="bl" rotWithShape="0">
              <a:srgbClr val="14161C">
                <a:alpha val="18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D03811B-24C6-7CD8-74AA-745762D0E92E}"/>
              </a:ext>
            </a:extLst>
          </p:cNvPr>
          <p:cNvSpPr/>
          <p:nvPr/>
        </p:nvSpPr>
        <p:spPr>
          <a:xfrm>
            <a:off x="495300" y="647700"/>
            <a:ext cx="6781800" cy="9525"/>
          </a:xfrm>
          <a:prstGeom prst="rect">
            <a:avLst/>
          </a:prstGeom>
          <a:solidFill>
            <a:srgbClr val="1C1D1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AFA40D-AA21-B2A2-A6EB-9A5965DF205C}"/>
              </a:ext>
            </a:extLst>
          </p:cNvPr>
          <p:cNvSpPr/>
          <p:nvPr/>
        </p:nvSpPr>
        <p:spPr>
          <a:xfrm>
            <a:off x="495300" y="381000"/>
            <a:ext cx="7850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4D52278-4C67-BA30-9ACA-046682ACE0A9}"/>
              </a:ext>
            </a:extLst>
          </p:cNvPr>
          <p:cNvSpPr/>
          <p:nvPr/>
        </p:nvSpPr>
        <p:spPr>
          <a:xfrm>
            <a:off x="1318468" y="390525"/>
            <a:ext cx="17851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A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ACCESSORY PROGRAM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0AF9931-DAFD-F81F-2733-BD24DCE43918}"/>
              </a:ext>
            </a:extLst>
          </p:cNvPr>
          <p:cNvSpPr/>
          <p:nvPr/>
        </p:nvSpPr>
        <p:spPr>
          <a:xfrm>
            <a:off x="495300" y="828675"/>
            <a:ext cx="745998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30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Accessory Combination Guide</a:t>
            </a:r>
            <a:endParaRPr lang="en-US" sz="1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F24D106-0F9E-CAF3-AED9-B7A6CD6775D8}"/>
              </a:ext>
            </a:extLst>
          </p:cNvPr>
          <p:cNvSpPr/>
          <p:nvPr/>
        </p:nvSpPr>
        <p:spPr>
          <a:xfrm>
            <a:off x="495300" y="1148655"/>
            <a:ext cx="7459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악세서리 결합 가이드 · 설치 위치별 결합 조합</a:t>
            </a:r>
            <a:endParaRPr lang="en-US" sz="975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0413E8AA-14E8-30B1-9969-F85FDA7D76E4}"/>
              </a:ext>
            </a:extLst>
          </p:cNvPr>
          <p:cNvSpPr/>
          <p:nvPr/>
        </p:nvSpPr>
        <p:spPr>
          <a:xfrm>
            <a:off x="495300" y="1462980"/>
            <a:ext cx="6781800" cy="590550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DC1C831-876C-5EB7-A922-EF66C8935BAB}"/>
              </a:ext>
            </a:extLst>
          </p:cNvPr>
          <p:cNvSpPr/>
          <p:nvPr/>
        </p:nvSpPr>
        <p:spPr>
          <a:xfrm>
            <a:off x="495300" y="2044005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BCB624E-2608-D55A-5B94-4B0380CCCB28}"/>
              </a:ext>
            </a:extLst>
          </p:cNvPr>
          <p:cNvSpPr/>
          <p:nvPr/>
        </p:nvSpPr>
        <p:spPr>
          <a:xfrm>
            <a:off x="495300" y="146298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7104E2B-82C1-CC90-585A-2A20749D74A2}"/>
              </a:ext>
            </a:extLst>
          </p:cNvPr>
          <p:cNvSpPr/>
          <p:nvPr/>
        </p:nvSpPr>
        <p:spPr>
          <a:xfrm>
            <a:off x="495300" y="1462980"/>
            <a:ext cx="38100" cy="590550"/>
          </a:xfrm>
          <a:prstGeom prst="rect">
            <a:avLst/>
          </a:prstGeom>
          <a:solidFill>
            <a:srgbClr val="3F6CB0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FBC75B9-ED80-8668-D231-4D32D4884A2A}"/>
              </a:ext>
            </a:extLst>
          </p:cNvPr>
          <p:cNvSpPr/>
          <p:nvPr/>
        </p:nvSpPr>
        <p:spPr>
          <a:xfrm>
            <a:off x="7267575" y="1462980"/>
            <a:ext cx="9525" cy="59055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52A3685-B037-B860-1214-F87FB88740DA}"/>
              </a:ext>
            </a:extLst>
          </p:cNvPr>
          <p:cNvSpPr/>
          <p:nvPr/>
        </p:nvSpPr>
        <p:spPr>
          <a:xfrm>
            <a:off x="3100239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6713278-AC6A-9BA6-9BA8-126DF0FF4119}"/>
              </a:ext>
            </a:extLst>
          </p:cNvPr>
          <p:cNvSpPr/>
          <p:nvPr/>
        </p:nvSpPr>
        <p:spPr>
          <a:xfrm>
            <a:off x="704850" y="1596330"/>
            <a:ext cx="244633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· 설치 위치</a:t>
            </a:r>
            <a:endParaRPr lang="en-US" sz="675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77F2210-3060-4E71-B174-E7D05242BB66}"/>
              </a:ext>
            </a:extLst>
          </p:cNvPr>
          <p:cNvSpPr/>
          <p:nvPr/>
        </p:nvSpPr>
        <p:spPr>
          <a:xfrm>
            <a:off x="704850" y="1729680"/>
            <a:ext cx="24463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</a:t>
            </a:r>
            <a:r>
              <a:rPr lang="en-US" sz="9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벽면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30A5C59-10B6-8B2A-9E4F-2B28D309AD91}"/>
              </a:ext>
            </a:extLst>
          </p:cNvPr>
          <p:cNvSpPr/>
          <p:nvPr/>
        </p:nvSpPr>
        <p:spPr>
          <a:xfrm>
            <a:off x="6343650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9FD2711-940F-1670-8057-DED2AFC39152}"/>
              </a:ext>
            </a:extLst>
          </p:cNvPr>
          <p:cNvSpPr/>
          <p:nvPr/>
        </p:nvSpPr>
        <p:spPr>
          <a:xfrm>
            <a:off x="3281214" y="1596330"/>
            <a:ext cx="318008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CAMERA · 대상 카메라</a:t>
            </a:r>
            <a:endParaRPr lang="en-US" sz="675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6EB4A0F-0FAE-4671-1E3B-A4F92B58E99B}"/>
              </a:ext>
            </a:extLst>
          </p:cNvPr>
          <p:cNvSpPr/>
          <p:nvPr/>
        </p:nvSpPr>
        <p:spPr>
          <a:xfrm>
            <a:off x="3281214" y="1729680"/>
            <a:ext cx="31800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 </a:t>
            </a:r>
            <a:r>
              <a:rPr lang="en-US" sz="900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Network Camera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A20DD22-EF7F-F3A5-F180-D360F1A49CD8}"/>
              </a:ext>
            </a:extLst>
          </p:cNvPr>
          <p:cNvSpPr/>
          <p:nvPr/>
        </p:nvSpPr>
        <p:spPr>
          <a:xfrm>
            <a:off x="6524625" y="1596330"/>
            <a:ext cx="6477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</a:t>
            </a:r>
            <a:endParaRPr lang="en-US" sz="675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A7F42E2-E3F7-35E7-A357-B348306858FD}"/>
              </a:ext>
            </a:extLst>
          </p:cNvPr>
          <p:cNvSpPr/>
          <p:nvPr/>
        </p:nvSpPr>
        <p:spPr>
          <a:xfrm>
            <a:off x="6524625" y="1729680"/>
            <a:ext cx="64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36FC157-0CDD-D565-CBEF-8BA0E9DC0A60}"/>
              </a:ext>
            </a:extLst>
          </p:cNvPr>
          <p:cNvSpPr/>
          <p:nvPr/>
        </p:nvSpPr>
        <p:spPr>
          <a:xfrm>
            <a:off x="495300" y="2282130"/>
            <a:ext cx="18440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8A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COMBINATIONS · 결합 조합</a:t>
            </a:r>
            <a:endParaRPr lang="en-US" sz="7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6D9EB86-AB1E-2639-A6EE-B9F35361E4D9}"/>
              </a:ext>
            </a:extLst>
          </p:cNvPr>
          <p:cNvSpPr/>
          <p:nvPr/>
        </p:nvSpPr>
        <p:spPr>
          <a:xfrm>
            <a:off x="2286000" y="2339280"/>
            <a:ext cx="49911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C20C798-269D-6A8A-EABF-46CF74279149}"/>
              </a:ext>
            </a:extLst>
          </p:cNvPr>
          <p:cNvSpPr/>
          <p:nvPr/>
        </p:nvSpPr>
        <p:spPr>
          <a:xfrm>
            <a:off x="495300" y="2539305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E27B44FE-95B7-193F-9592-71F08AF1F694}"/>
              </a:ext>
            </a:extLst>
          </p:cNvPr>
          <p:cNvSpPr/>
          <p:nvPr/>
        </p:nvSpPr>
        <p:spPr>
          <a:xfrm>
            <a:off x="504825" y="2548830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52AD175-6D86-9894-4ADC-6BF8ED0E213E}"/>
              </a:ext>
            </a:extLst>
          </p:cNvPr>
          <p:cNvSpPr/>
          <p:nvPr/>
        </p:nvSpPr>
        <p:spPr>
          <a:xfrm>
            <a:off x="1200150" y="2548830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828B76A-B240-6064-03B2-EDE4E44FCDFC}"/>
              </a:ext>
            </a:extLst>
          </p:cNvPr>
          <p:cNvSpPr/>
          <p:nvPr/>
        </p:nvSpPr>
        <p:spPr>
          <a:xfrm>
            <a:off x="600075" y="2908548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WL-01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2C41CAE-4F56-9429-5BA1-82A019338CEC}"/>
              </a:ext>
            </a:extLst>
          </p:cNvPr>
          <p:cNvSpPr/>
          <p:nvPr/>
        </p:nvSpPr>
        <p:spPr>
          <a:xfrm>
            <a:off x="600075" y="3079998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install</a:t>
            </a:r>
            <a:endParaRPr lang="en-US" sz="713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4DAFA03A-7ECC-E0DC-4CC5-D0894C797672}"/>
              </a:ext>
            </a:extLst>
          </p:cNvPr>
          <p:cNvSpPr/>
          <p:nvPr/>
        </p:nvSpPr>
        <p:spPr>
          <a:xfrm>
            <a:off x="14954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5A11C29-8CD6-DB01-D20E-C2F3E817794F}"/>
              </a:ext>
            </a:extLst>
          </p:cNvPr>
          <p:cNvSpPr/>
          <p:nvPr/>
        </p:nvSpPr>
        <p:spPr>
          <a:xfrm>
            <a:off x="1504950" y="267265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1B7E0874-62BC-DE4A-2420-D6F0B1AC0F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2672655"/>
            <a:ext cx="590550" cy="590550"/>
          </a:xfrm>
          <a:prstGeom prst="rect">
            <a:avLst/>
          </a:prstGeom>
        </p:spPr>
      </p:pic>
      <p:sp>
        <p:nvSpPr>
          <p:cNvPr id="31" name="Text 28">
            <a:extLst>
              <a:ext uri="{FF2B5EF4-FFF2-40B4-BE49-F238E27FC236}">
                <a16:creationId xmlns:a16="http://schemas.microsoft.com/office/drawing/2014/main" id="{5C8FB9F0-4FDC-1B07-32D6-82A59D38801E}"/>
              </a:ext>
            </a:extLst>
          </p:cNvPr>
          <p:cNvSpPr/>
          <p:nvPr/>
        </p:nvSpPr>
        <p:spPr>
          <a:xfrm>
            <a:off x="1439168" y="3329880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2B6E77B6-E47F-9754-0819-4B0391760C13}"/>
              </a:ext>
            </a:extLst>
          </p:cNvPr>
          <p:cNvSpPr/>
          <p:nvPr/>
        </p:nvSpPr>
        <p:spPr>
          <a:xfrm>
            <a:off x="1439168" y="3448943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EECB8C78-948F-FA1F-5F7A-B52DC3DF4F7F}"/>
              </a:ext>
            </a:extLst>
          </p:cNvPr>
          <p:cNvSpPr/>
          <p:nvPr/>
        </p:nvSpPr>
        <p:spPr>
          <a:xfrm>
            <a:off x="2282279" y="2839343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0FFFBD44-8FC4-BDE2-C50C-DE0EAA61DD82}"/>
              </a:ext>
            </a:extLst>
          </p:cNvPr>
          <p:cNvSpPr/>
          <p:nvPr/>
        </p:nvSpPr>
        <p:spPr>
          <a:xfrm>
            <a:off x="25622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41F201D-4623-AC09-B295-78C0EFFEEEE0}"/>
              </a:ext>
            </a:extLst>
          </p:cNvPr>
          <p:cNvSpPr/>
          <p:nvPr/>
        </p:nvSpPr>
        <p:spPr>
          <a:xfrm>
            <a:off x="2716411" y="2920305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C713BB5D-7C4C-2DB8-67C3-B98C5AF426CF}"/>
              </a:ext>
            </a:extLst>
          </p:cNvPr>
          <p:cNvSpPr/>
          <p:nvPr/>
        </p:nvSpPr>
        <p:spPr>
          <a:xfrm>
            <a:off x="2623096" y="3329880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5E22FB86-8943-ED11-1F0F-552D3F43DF2F}"/>
              </a:ext>
            </a:extLst>
          </p:cNvPr>
          <p:cNvSpPr/>
          <p:nvPr/>
        </p:nvSpPr>
        <p:spPr>
          <a:xfrm>
            <a:off x="495300" y="3770858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r>
              <a:rPr lang="ko-KR" altLang="en-US" dirty="0"/>
              <a:t>ㅊ</a:t>
            </a:r>
            <a:endParaRPr lang="en-US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DB01B0EC-D6F7-34D9-306A-BFDA736B7A96}"/>
              </a:ext>
            </a:extLst>
          </p:cNvPr>
          <p:cNvSpPr/>
          <p:nvPr/>
        </p:nvSpPr>
        <p:spPr>
          <a:xfrm>
            <a:off x="504825" y="3780383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C0D4BF35-239B-5999-0644-268009214A3B}"/>
              </a:ext>
            </a:extLst>
          </p:cNvPr>
          <p:cNvSpPr/>
          <p:nvPr/>
        </p:nvSpPr>
        <p:spPr>
          <a:xfrm>
            <a:off x="1200150" y="3780383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AB570E75-A0F2-1F00-EFC3-0E1F26477405}"/>
              </a:ext>
            </a:extLst>
          </p:cNvPr>
          <p:cNvSpPr/>
          <p:nvPr/>
        </p:nvSpPr>
        <p:spPr>
          <a:xfrm>
            <a:off x="600075" y="4140101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WL-02</a:t>
            </a:r>
            <a:endParaRPr lang="en-US" sz="9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B5B79A3E-EB2C-F119-D131-B1E37D25F774}"/>
              </a:ext>
            </a:extLst>
          </p:cNvPr>
          <p:cNvSpPr/>
          <p:nvPr/>
        </p:nvSpPr>
        <p:spPr>
          <a:xfrm>
            <a:off x="600075" y="4311551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mount</a:t>
            </a:r>
            <a:endParaRPr lang="en-US" sz="713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0B18761E-8712-5F30-ACF0-E2E2B943F063}"/>
              </a:ext>
            </a:extLst>
          </p:cNvPr>
          <p:cNvSpPr/>
          <p:nvPr/>
        </p:nvSpPr>
        <p:spPr>
          <a:xfrm>
            <a:off x="14954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B800328A-C715-DD26-2E01-E369CAC5D6F5}"/>
              </a:ext>
            </a:extLst>
          </p:cNvPr>
          <p:cNvSpPr/>
          <p:nvPr/>
        </p:nvSpPr>
        <p:spPr>
          <a:xfrm>
            <a:off x="1504950" y="390420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F5F30A4E-4225-4E30-2D72-8C81265DDD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3904208"/>
            <a:ext cx="590550" cy="590550"/>
          </a:xfrm>
          <a:prstGeom prst="rect">
            <a:avLst/>
          </a:prstGeom>
        </p:spPr>
      </p:pic>
      <p:sp>
        <p:nvSpPr>
          <p:cNvPr id="45" name="Text 41">
            <a:extLst>
              <a:ext uri="{FF2B5EF4-FFF2-40B4-BE49-F238E27FC236}">
                <a16:creationId xmlns:a16="http://schemas.microsoft.com/office/drawing/2014/main" id="{B2CD4A2D-D752-57A4-821E-F61D45CFF4F1}"/>
              </a:ext>
            </a:extLst>
          </p:cNvPr>
          <p:cNvSpPr/>
          <p:nvPr/>
        </p:nvSpPr>
        <p:spPr>
          <a:xfrm>
            <a:off x="1439168" y="4561433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8CACDC3B-D672-9DB6-0F94-C5AA9C043183}"/>
              </a:ext>
            </a:extLst>
          </p:cNvPr>
          <p:cNvSpPr/>
          <p:nvPr/>
        </p:nvSpPr>
        <p:spPr>
          <a:xfrm>
            <a:off x="1439168" y="4680496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AC78DE64-13D5-38DF-80C8-1E419D0C674C}"/>
              </a:ext>
            </a:extLst>
          </p:cNvPr>
          <p:cNvSpPr/>
          <p:nvPr/>
        </p:nvSpPr>
        <p:spPr>
          <a:xfrm>
            <a:off x="2301180" y="4070896"/>
            <a:ext cx="1791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4B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48" name="Shape 44">
            <a:extLst>
              <a:ext uri="{FF2B5EF4-FFF2-40B4-BE49-F238E27FC236}">
                <a16:creationId xmlns:a16="http://schemas.microsoft.com/office/drawing/2014/main" id="{C3B6A08E-4125-21FC-A1AD-01EF7D6D904B}"/>
              </a:ext>
            </a:extLst>
          </p:cNvPr>
          <p:cNvSpPr/>
          <p:nvPr/>
        </p:nvSpPr>
        <p:spPr>
          <a:xfrm>
            <a:off x="26003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9" name="Shape 45">
            <a:extLst>
              <a:ext uri="{FF2B5EF4-FFF2-40B4-BE49-F238E27FC236}">
                <a16:creationId xmlns:a16="http://schemas.microsoft.com/office/drawing/2014/main" id="{C51D42A2-95D8-EC23-FA82-731767D693E9}"/>
              </a:ext>
            </a:extLst>
          </p:cNvPr>
          <p:cNvSpPr/>
          <p:nvPr/>
        </p:nvSpPr>
        <p:spPr>
          <a:xfrm>
            <a:off x="2609850" y="390420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23BDA7DF-3228-3407-0B02-74E75D9FDB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09850" y="3904208"/>
            <a:ext cx="590550" cy="590550"/>
          </a:xfrm>
          <a:prstGeom prst="rect">
            <a:avLst/>
          </a:prstGeom>
        </p:spPr>
      </p:pic>
      <p:sp>
        <p:nvSpPr>
          <p:cNvPr id="51" name="Text 46">
            <a:extLst>
              <a:ext uri="{FF2B5EF4-FFF2-40B4-BE49-F238E27FC236}">
                <a16:creationId xmlns:a16="http://schemas.microsoft.com/office/drawing/2014/main" id="{EDCF51A5-0EC7-C16F-FBA5-692E2403A615}"/>
              </a:ext>
            </a:extLst>
          </p:cNvPr>
          <p:cNvSpPr/>
          <p:nvPr/>
        </p:nvSpPr>
        <p:spPr>
          <a:xfrm>
            <a:off x="2523976" y="4561433"/>
            <a:ext cx="76214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AVM-HWM-E-L1</a:t>
            </a:r>
            <a:endParaRPr lang="en-US" sz="75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CF39FE04-3D00-3D90-BF4A-937125F65957}"/>
              </a:ext>
            </a:extLst>
          </p:cNvPr>
          <p:cNvSpPr/>
          <p:nvPr/>
        </p:nvSpPr>
        <p:spPr>
          <a:xfrm>
            <a:off x="2523976" y="4680496"/>
            <a:ext cx="762149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Mount</a:t>
            </a:r>
            <a:endParaRPr lang="en-US" sz="675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43FA2B77-8264-A7A4-DDDB-93D59CBB84CA}"/>
              </a:ext>
            </a:extLst>
          </p:cNvPr>
          <p:cNvSpPr/>
          <p:nvPr/>
        </p:nvSpPr>
        <p:spPr>
          <a:xfrm>
            <a:off x="3387179" y="4070896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54" name="Shape 49">
            <a:extLst>
              <a:ext uri="{FF2B5EF4-FFF2-40B4-BE49-F238E27FC236}">
                <a16:creationId xmlns:a16="http://schemas.microsoft.com/office/drawing/2014/main" id="{223861FB-F188-7316-62D4-6428BA5A49B1}"/>
              </a:ext>
            </a:extLst>
          </p:cNvPr>
          <p:cNvSpPr/>
          <p:nvPr/>
        </p:nvSpPr>
        <p:spPr>
          <a:xfrm>
            <a:off x="36671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7DC416C3-8903-63BB-47B3-BD7C68197611}"/>
              </a:ext>
            </a:extLst>
          </p:cNvPr>
          <p:cNvSpPr/>
          <p:nvPr/>
        </p:nvSpPr>
        <p:spPr>
          <a:xfrm>
            <a:off x="3821311" y="4151858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8346C066-CD19-1967-2AE3-8052FF40AC98}"/>
              </a:ext>
            </a:extLst>
          </p:cNvPr>
          <p:cNvSpPr/>
          <p:nvPr/>
        </p:nvSpPr>
        <p:spPr>
          <a:xfrm>
            <a:off x="3727996" y="4561433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129" name="Shape 119">
            <a:extLst>
              <a:ext uri="{FF2B5EF4-FFF2-40B4-BE49-F238E27FC236}">
                <a16:creationId xmlns:a16="http://schemas.microsoft.com/office/drawing/2014/main" id="{8F2DCEEC-DA83-B3EA-F555-6D9C92558EAF}"/>
              </a:ext>
            </a:extLst>
          </p:cNvPr>
          <p:cNvSpPr/>
          <p:nvPr/>
        </p:nvSpPr>
        <p:spPr>
          <a:xfrm>
            <a:off x="495300" y="948690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0" name="Text 120">
            <a:extLst>
              <a:ext uri="{FF2B5EF4-FFF2-40B4-BE49-F238E27FC236}">
                <a16:creationId xmlns:a16="http://schemas.microsoft.com/office/drawing/2014/main" id="{8ED73B9D-0196-7EBA-FD7F-B91DC73CB811}"/>
              </a:ext>
            </a:extLst>
          </p:cNvPr>
          <p:cNvSpPr/>
          <p:nvPr/>
        </p:nvSpPr>
        <p:spPr>
          <a:xfrm>
            <a:off x="495300" y="9648825"/>
            <a:ext cx="211236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 · ACCESSORY COMBINATION GUIDE</a:t>
            </a:r>
            <a:endParaRPr lang="en-US" sz="638" dirty="0"/>
          </a:p>
        </p:txBody>
      </p:sp>
      <p:sp>
        <p:nvSpPr>
          <p:cNvPr id="131" name="Text 121">
            <a:extLst>
              <a:ext uri="{FF2B5EF4-FFF2-40B4-BE49-F238E27FC236}">
                <a16:creationId xmlns:a16="http://schemas.microsoft.com/office/drawing/2014/main" id="{9214738A-91F5-1A5D-D1E2-C71A5C869D07}"/>
              </a:ext>
            </a:extLst>
          </p:cNvPr>
          <p:cNvSpPr/>
          <p:nvPr/>
        </p:nvSpPr>
        <p:spPr>
          <a:xfrm>
            <a:off x="4627662" y="9648825"/>
            <a:ext cx="51360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 · 01</a:t>
            </a:r>
            <a:endParaRPr lang="en-US" sz="638" dirty="0"/>
          </a:p>
        </p:txBody>
      </p:sp>
      <p:sp>
        <p:nvSpPr>
          <p:cNvPr id="57" name="Shape 34">
            <a:extLst>
              <a:ext uri="{FF2B5EF4-FFF2-40B4-BE49-F238E27FC236}">
                <a16:creationId xmlns:a16="http://schemas.microsoft.com/office/drawing/2014/main" id="{7FF60817-BE0D-2733-D3D2-BF7E2C6FAE76}"/>
              </a:ext>
            </a:extLst>
          </p:cNvPr>
          <p:cNvSpPr/>
          <p:nvPr/>
        </p:nvSpPr>
        <p:spPr>
          <a:xfrm>
            <a:off x="495300" y="5006132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8" name="Cross 57">
            <a:extLst>
              <a:ext uri="{FF2B5EF4-FFF2-40B4-BE49-F238E27FC236}">
                <a16:creationId xmlns:a16="http://schemas.microsoft.com/office/drawing/2014/main" id="{17925152-E451-625A-4F11-B220BAE88E3D}"/>
              </a:ext>
            </a:extLst>
          </p:cNvPr>
          <p:cNvSpPr/>
          <p:nvPr/>
        </p:nvSpPr>
        <p:spPr>
          <a:xfrm>
            <a:off x="3722079" y="5410162"/>
            <a:ext cx="328241" cy="328241"/>
          </a:xfrm>
          <a:prstGeom prst="plus">
            <a:avLst>
              <a:gd name="adj" fmla="val 4096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F7F9642-E1E2-82A3-8B4F-81DD6CF82276}"/>
              </a:ext>
            </a:extLst>
          </p:cNvPr>
          <p:cNvSpPr/>
          <p:nvPr/>
        </p:nvSpPr>
        <p:spPr>
          <a:xfrm>
            <a:off x="6691312" y="4272409"/>
            <a:ext cx="333375" cy="80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037C13-F462-D0BB-BA27-6BE4670023B6}"/>
              </a:ext>
            </a:extLst>
          </p:cNvPr>
          <p:cNvSpPr txBox="1"/>
          <p:nvPr/>
        </p:nvSpPr>
        <p:spPr>
          <a:xfrm>
            <a:off x="533400" y="5082293"/>
            <a:ext cx="2882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하나의 배너가 지워진 상태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7507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C7070-1729-B3D8-0DB6-7BB6B410B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873C48B-DA52-8008-CFCD-B598BFB79E1B}"/>
              </a:ext>
            </a:extLst>
          </p:cNvPr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ln/>
          <a:effectLst>
            <a:outerShdw blurRad="266700" dist="57150" dir="5400000" algn="bl" rotWithShape="0">
              <a:srgbClr val="14161C">
                <a:alpha val="18000"/>
              </a:srgbClr>
            </a:outerShdw>
          </a:effectLst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59C8AD2-6513-4000-7400-0307AC192316}"/>
              </a:ext>
            </a:extLst>
          </p:cNvPr>
          <p:cNvSpPr/>
          <p:nvPr/>
        </p:nvSpPr>
        <p:spPr>
          <a:xfrm>
            <a:off x="495300" y="647700"/>
            <a:ext cx="6781800" cy="9525"/>
          </a:xfrm>
          <a:prstGeom prst="rect">
            <a:avLst/>
          </a:prstGeom>
          <a:solidFill>
            <a:srgbClr val="1C1D1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5AB340-1590-B7FB-2EF7-940D2E7ED14C}"/>
              </a:ext>
            </a:extLst>
          </p:cNvPr>
          <p:cNvSpPr/>
          <p:nvPr/>
        </p:nvSpPr>
        <p:spPr>
          <a:xfrm>
            <a:off x="495300" y="381000"/>
            <a:ext cx="7850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b="1" kern="0" spc="300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</a:t>
            </a:r>
            <a:endParaRPr lang="en-US" sz="10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062606-430E-9584-2E78-ACCABF34213C}"/>
              </a:ext>
            </a:extLst>
          </p:cNvPr>
          <p:cNvSpPr/>
          <p:nvPr/>
        </p:nvSpPr>
        <p:spPr>
          <a:xfrm>
            <a:off x="1318468" y="390525"/>
            <a:ext cx="178510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750" kern="0" spc="75" dirty="0">
                <a:solidFill>
                  <a:srgbClr val="8A8F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ACCESSORY PROGRAM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E7235B-AA8F-F266-DDC2-DAC794A514C6}"/>
              </a:ext>
            </a:extLst>
          </p:cNvPr>
          <p:cNvSpPr/>
          <p:nvPr/>
        </p:nvSpPr>
        <p:spPr>
          <a:xfrm>
            <a:off x="495300" y="828675"/>
            <a:ext cx="745998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950" b="1" kern="0" spc="-30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Accessory Combination Guide</a:t>
            </a:r>
            <a:endParaRPr lang="en-US" sz="19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FE5988B-3D20-1C60-0B98-36284A9D08C4}"/>
              </a:ext>
            </a:extLst>
          </p:cNvPr>
          <p:cNvSpPr/>
          <p:nvPr/>
        </p:nvSpPr>
        <p:spPr>
          <a:xfrm>
            <a:off x="495300" y="1148655"/>
            <a:ext cx="74599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6B6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악세서리 결합 가이드 · 설치 위치별 결합 조합</a:t>
            </a:r>
            <a:endParaRPr lang="en-US" sz="975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4746C10-0F6F-89EB-4DFB-B2314B9BF7B6}"/>
              </a:ext>
            </a:extLst>
          </p:cNvPr>
          <p:cNvSpPr/>
          <p:nvPr/>
        </p:nvSpPr>
        <p:spPr>
          <a:xfrm>
            <a:off x="495300" y="1462980"/>
            <a:ext cx="6781800" cy="590550"/>
          </a:xfrm>
          <a:prstGeom prst="roundRect">
            <a:avLst>
              <a:gd name="adj" fmla="val 9677"/>
            </a:avLst>
          </a:prstGeom>
          <a:solidFill>
            <a:srgbClr val="EEF2F9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B32C28E8-C2C2-ACD0-F180-D7CB1D350F52}"/>
              </a:ext>
            </a:extLst>
          </p:cNvPr>
          <p:cNvSpPr/>
          <p:nvPr/>
        </p:nvSpPr>
        <p:spPr>
          <a:xfrm>
            <a:off x="495300" y="2044005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32CC3B4A-4D8C-FCCF-5E39-C1611C20EF2F}"/>
              </a:ext>
            </a:extLst>
          </p:cNvPr>
          <p:cNvSpPr/>
          <p:nvPr/>
        </p:nvSpPr>
        <p:spPr>
          <a:xfrm>
            <a:off x="495300" y="146298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ABC3654-B81D-CB8E-36E1-C9A263684C43}"/>
              </a:ext>
            </a:extLst>
          </p:cNvPr>
          <p:cNvSpPr/>
          <p:nvPr/>
        </p:nvSpPr>
        <p:spPr>
          <a:xfrm>
            <a:off x="495300" y="1462980"/>
            <a:ext cx="38100" cy="590550"/>
          </a:xfrm>
          <a:prstGeom prst="rect">
            <a:avLst/>
          </a:prstGeom>
          <a:solidFill>
            <a:srgbClr val="3F6CB0"/>
          </a:solidFill>
          <a:ln/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82C48B5-18D1-3136-8C8F-7C2311B436E5}"/>
              </a:ext>
            </a:extLst>
          </p:cNvPr>
          <p:cNvSpPr/>
          <p:nvPr/>
        </p:nvSpPr>
        <p:spPr>
          <a:xfrm>
            <a:off x="7267575" y="1462980"/>
            <a:ext cx="9525" cy="59055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AA19AF3-F8ED-FE5E-E4D0-DF8D5C17370A}"/>
              </a:ext>
            </a:extLst>
          </p:cNvPr>
          <p:cNvSpPr/>
          <p:nvPr/>
        </p:nvSpPr>
        <p:spPr>
          <a:xfrm>
            <a:off x="3100239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075143E-4E9B-1BD1-D2A6-A59D4889C475}"/>
              </a:ext>
            </a:extLst>
          </p:cNvPr>
          <p:cNvSpPr/>
          <p:nvPr/>
        </p:nvSpPr>
        <p:spPr>
          <a:xfrm>
            <a:off x="704850" y="1596330"/>
            <a:ext cx="2446333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 · 설치 위치</a:t>
            </a:r>
            <a:endParaRPr lang="en-US" sz="675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4E1CB18-4BF5-8B77-7B46-C3EB194AE018}"/>
              </a:ext>
            </a:extLst>
          </p:cNvPr>
          <p:cNvSpPr/>
          <p:nvPr/>
        </p:nvSpPr>
        <p:spPr>
          <a:xfrm>
            <a:off x="704850" y="1729680"/>
            <a:ext cx="2446333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</a:t>
            </a:r>
            <a:r>
              <a:rPr lang="en-US" sz="9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벽면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5006FAC-B94C-C270-492F-32F5C9C30C8C}"/>
              </a:ext>
            </a:extLst>
          </p:cNvPr>
          <p:cNvSpPr/>
          <p:nvPr/>
        </p:nvSpPr>
        <p:spPr>
          <a:xfrm>
            <a:off x="6343650" y="1472505"/>
            <a:ext cx="9525" cy="571500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A9AC26F-CC04-C0EE-A770-62E57A206BB1}"/>
              </a:ext>
            </a:extLst>
          </p:cNvPr>
          <p:cNvSpPr/>
          <p:nvPr/>
        </p:nvSpPr>
        <p:spPr>
          <a:xfrm>
            <a:off x="3281214" y="1596330"/>
            <a:ext cx="3180085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CAMERA · 대상 카메라</a:t>
            </a:r>
            <a:endParaRPr lang="en-US" sz="675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2A20EE4-C071-8847-10A1-094A8AE7C4FB}"/>
              </a:ext>
            </a:extLst>
          </p:cNvPr>
          <p:cNvSpPr/>
          <p:nvPr/>
        </p:nvSpPr>
        <p:spPr>
          <a:xfrm>
            <a:off x="3281214" y="1729680"/>
            <a:ext cx="31800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 </a:t>
            </a:r>
            <a:r>
              <a:rPr lang="en-US" sz="900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Network Camera</a:t>
            </a:r>
            <a:endParaRPr lang="en-US" sz="10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5F40454-04C7-4ACF-16DA-22698A4C439D}"/>
              </a:ext>
            </a:extLst>
          </p:cNvPr>
          <p:cNvSpPr/>
          <p:nvPr/>
        </p:nvSpPr>
        <p:spPr>
          <a:xfrm>
            <a:off x="6524625" y="1596330"/>
            <a:ext cx="64770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675" kern="0" spc="113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CASES</a:t>
            </a:r>
            <a:endParaRPr lang="en-US" sz="675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FFF39FF-6793-7189-3F80-30073EFB93E3}"/>
              </a:ext>
            </a:extLst>
          </p:cNvPr>
          <p:cNvSpPr/>
          <p:nvPr/>
        </p:nvSpPr>
        <p:spPr>
          <a:xfrm>
            <a:off x="6524625" y="1729680"/>
            <a:ext cx="647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C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3334C6FF-D553-99C5-EC0B-22D9D2BCDAE5}"/>
              </a:ext>
            </a:extLst>
          </p:cNvPr>
          <p:cNvSpPr/>
          <p:nvPr/>
        </p:nvSpPr>
        <p:spPr>
          <a:xfrm>
            <a:off x="495300" y="2282130"/>
            <a:ext cx="184404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750" kern="0" spc="150" dirty="0">
                <a:solidFill>
                  <a:srgbClr val="8A8F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COMBINATIONS · 결합 조합</a:t>
            </a:r>
            <a:endParaRPr lang="en-US" sz="75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540B48A-D4CC-2FAD-D460-DBEF0B9C0B1F}"/>
              </a:ext>
            </a:extLst>
          </p:cNvPr>
          <p:cNvSpPr/>
          <p:nvPr/>
        </p:nvSpPr>
        <p:spPr>
          <a:xfrm>
            <a:off x="2286000" y="2339280"/>
            <a:ext cx="49911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06660B3-0FED-565F-298F-D1122182E14A}"/>
              </a:ext>
            </a:extLst>
          </p:cNvPr>
          <p:cNvSpPr/>
          <p:nvPr/>
        </p:nvSpPr>
        <p:spPr>
          <a:xfrm>
            <a:off x="495300" y="2539305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C5B0E12-0416-69DB-8D6A-945359E616CE}"/>
              </a:ext>
            </a:extLst>
          </p:cNvPr>
          <p:cNvSpPr/>
          <p:nvPr/>
        </p:nvSpPr>
        <p:spPr>
          <a:xfrm>
            <a:off x="504825" y="2548830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9C8B3E5-7E95-9285-A852-6A6C9698620B}"/>
              </a:ext>
            </a:extLst>
          </p:cNvPr>
          <p:cNvSpPr/>
          <p:nvPr/>
        </p:nvSpPr>
        <p:spPr>
          <a:xfrm>
            <a:off x="1200150" y="2548830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C6E8FD4-D301-C2F0-170D-7F1D640461C4}"/>
              </a:ext>
            </a:extLst>
          </p:cNvPr>
          <p:cNvSpPr/>
          <p:nvPr/>
        </p:nvSpPr>
        <p:spPr>
          <a:xfrm>
            <a:off x="600075" y="2908548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WL-01</a:t>
            </a:r>
            <a:endParaRPr lang="en-US" sz="9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ED8BEC1-75EA-8B62-7639-8C8D162C1D48}"/>
              </a:ext>
            </a:extLst>
          </p:cNvPr>
          <p:cNvSpPr/>
          <p:nvPr/>
        </p:nvSpPr>
        <p:spPr>
          <a:xfrm>
            <a:off x="600075" y="3079998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install</a:t>
            </a:r>
            <a:endParaRPr lang="en-US" sz="713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D6B5226-7AF9-E388-1C2A-85C3A4B7110F}"/>
              </a:ext>
            </a:extLst>
          </p:cNvPr>
          <p:cNvSpPr/>
          <p:nvPr/>
        </p:nvSpPr>
        <p:spPr>
          <a:xfrm>
            <a:off x="14954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67F87C7E-704E-17F9-9252-A839DC0BB04A}"/>
              </a:ext>
            </a:extLst>
          </p:cNvPr>
          <p:cNvSpPr/>
          <p:nvPr/>
        </p:nvSpPr>
        <p:spPr>
          <a:xfrm>
            <a:off x="1504950" y="2672655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2E75DBE1-90B0-2280-13C8-8271C35742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2672655"/>
            <a:ext cx="590550" cy="590550"/>
          </a:xfrm>
          <a:prstGeom prst="rect">
            <a:avLst/>
          </a:prstGeom>
        </p:spPr>
      </p:pic>
      <p:sp>
        <p:nvSpPr>
          <p:cNvPr id="31" name="Text 28">
            <a:extLst>
              <a:ext uri="{FF2B5EF4-FFF2-40B4-BE49-F238E27FC236}">
                <a16:creationId xmlns:a16="http://schemas.microsoft.com/office/drawing/2014/main" id="{EBC0575E-E6AA-9380-F189-4D3618931AA5}"/>
              </a:ext>
            </a:extLst>
          </p:cNvPr>
          <p:cNvSpPr/>
          <p:nvPr/>
        </p:nvSpPr>
        <p:spPr>
          <a:xfrm>
            <a:off x="1439168" y="3329880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02D4764A-A520-0BF5-D5CD-8AE0E7A14CE1}"/>
              </a:ext>
            </a:extLst>
          </p:cNvPr>
          <p:cNvSpPr/>
          <p:nvPr/>
        </p:nvSpPr>
        <p:spPr>
          <a:xfrm>
            <a:off x="1439168" y="3448943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D4B533AA-1203-460F-819D-764397EFB3A2}"/>
              </a:ext>
            </a:extLst>
          </p:cNvPr>
          <p:cNvSpPr/>
          <p:nvPr/>
        </p:nvSpPr>
        <p:spPr>
          <a:xfrm>
            <a:off x="2282279" y="2839343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6871693A-2C54-1AE3-8C23-2AA8C910BF2A}"/>
              </a:ext>
            </a:extLst>
          </p:cNvPr>
          <p:cNvSpPr/>
          <p:nvPr/>
        </p:nvSpPr>
        <p:spPr>
          <a:xfrm>
            <a:off x="2562225" y="2663130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CDFFCCD0-D71C-E072-C005-4C24D923118E}"/>
              </a:ext>
            </a:extLst>
          </p:cNvPr>
          <p:cNvSpPr/>
          <p:nvPr/>
        </p:nvSpPr>
        <p:spPr>
          <a:xfrm>
            <a:off x="2716411" y="2920305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F25F6F58-A094-EA31-1DDB-B1BB2FB922F1}"/>
              </a:ext>
            </a:extLst>
          </p:cNvPr>
          <p:cNvSpPr/>
          <p:nvPr/>
        </p:nvSpPr>
        <p:spPr>
          <a:xfrm>
            <a:off x="2623096" y="3329880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CD481B65-0664-046B-FE40-C2C1591D5ED0}"/>
              </a:ext>
            </a:extLst>
          </p:cNvPr>
          <p:cNvSpPr/>
          <p:nvPr/>
        </p:nvSpPr>
        <p:spPr>
          <a:xfrm>
            <a:off x="495300" y="3770858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955FD34C-A065-1027-ED9A-5D3013A42D1D}"/>
              </a:ext>
            </a:extLst>
          </p:cNvPr>
          <p:cNvSpPr/>
          <p:nvPr/>
        </p:nvSpPr>
        <p:spPr>
          <a:xfrm>
            <a:off x="504825" y="3780383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7A709CC3-EA2D-1171-EE45-2FA545F0A38F}"/>
              </a:ext>
            </a:extLst>
          </p:cNvPr>
          <p:cNvSpPr/>
          <p:nvPr/>
        </p:nvSpPr>
        <p:spPr>
          <a:xfrm>
            <a:off x="1200150" y="3780383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4504FB89-E4C0-3AF4-8E09-9C6976E08D6E}"/>
              </a:ext>
            </a:extLst>
          </p:cNvPr>
          <p:cNvSpPr/>
          <p:nvPr/>
        </p:nvSpPr>
        <p:spPr>
          <a:xfrm>
            <a:off x="600075" y="4140101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WL-02</a:t>
            </a:r>
            <a:endParaRPr lang="en-US" sz="9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DFC278F2-BFE3-4915-CCAC-D78A66419B62}"/>
              </a:ext>
            </a:extLst>
          </p:cNvPr>
          <p:cNvSpPr/>
          <p:nvPr/>
        </p:nvSpPr>
        <p:spPr>
          <a:xfrm>
            <a:off x="600075" y="4311551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mount</a:t>
            </a:r>
            <a:endParaRPr lang="en-US" sz="713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0C5B3B5E-0711-E3F9-075D-A3176E4C1B29}"/>
              </a:ext>
            </a:extLst>
          </p:cNvPr>
          <p:cNvSpPr/>
          <p:nvPr/>
        </p:nvSpPr>
        <p:spPr>
          <a:xfrm>
            <a:off x="14954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03648455-EA71-8F27-68C8-57BE9AEBEC31}"/>
              </a:ext>
            </a:extLst>
          </p:cNvPr>
          <p:cNvSpPr/>
          <p:nvPr/>
        </p:nvSpPr>
        <p:spPr>
          <a:xfrm>
            <a:off x="1504950" y="390420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0F2B0C00-370C-3716-DBAA-9D47548733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3904208"/>
            <a:ext cx="590550" cy="590550"/>
          </a:xfrm>
          <a:prstGeom prst="rect">
            <a:avLst/>
          </a:prstGeom>
        </p:spPr>
      </p:pic>
      <p:sp>
        <p:nvSpPr>
          <p:cNvPr id="45" name="Text 41">
            <a:extLst>
              <a:ext uri="{FF2B5EF4-FFF2-40B4-BE49-F238E27FC236}">
                <a16:creationId xmlns:a16="http://schemas.microsoft.com/office/drawing/2014/main" id="{5C424A72-0E81-A6B7-0F8A-661D8D119488}"/>
              </a:ext>
            </a:extLst>
          </p:cNvPr>
          <p:cNvSpPr/>
          <p:nvPr/>
        </p:nvSpPr>
        <p:spPr>
          <a:xfrm>
            <a:off x="1439168" y="4561433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F4D81A3-28CB-793D-F6DA-609AD62FBA4E}"/>
              </a:ext>
            </a:extLst>
          </p:cNvPr>
          <p:cNvSpPr/>
          <p:nvPr/>
        </p:nvSpPr>
        <p:spPr>
          <a:xfrm>
            <a:off x="1439168" y="4680496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2DC077E5-08EA-AF73-913B-4AE67FB44435}"/>
              </a:ext>
            </a:extLst>
          </p:cNvPr>
          <p:cNvSpPr/>
          <p:nvPr/>
        </p:nvSpPr>
        <p:spPr>
          <a:xfrm>
            <a:off x="2301180" y="4070896"/>
            <a:ext cx="1791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4B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48" name="Shape 44">
            <a:extLst>
              <a:ext uri="{FF2B5EF4-FFF2-40B4-BE49-F238E27FC236}">
                <a16:creationId xmlns:a16="http://schemas.microsoft.com/office/drawing/2014/main" id="{00279EEF-08CF-A06B-7C17-9908FCF47AA3}"/>
              </a:ext>
            </a:extLst>
          </p:cNvPr>
          <p:cNvSpPr/>
          <p:nvPr/>
        </p:nvSpPr>
        <p:spPr>
          <a:xfrm>
            <a:off x="26003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49" name="Shape 45">
            <a:extLst>
              <a:ext uri="{FF2B5EF4-FFF2-40B4-BE49-F238E27FC236}">
                <a16:creationId xmlns:a16="http://schemas.microsoft.com/office/drawing/2014/main" id="{A347F9F8-C7CB-8E11-DA2D-7FB6E11D1A0B}"/>
              </a:ext>
            </a:extLst>
          </p:cNvPr>
          <p:cNvSpPr/>
          <p:nvPr/>
        </p:nvSpPr>
        <p:spPr>
          <a:xfrm>
            <a:off x="2609850" y="3904208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82A2E7CF-8C7C-D8E8-BB83-AF9E47BB97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609850" y="3904208"/>
            <a:ext cx="590550" cy="590550"/>
          </a:xfrm>
          <a:prstGeom prst="rect">
            <a:avLst/>
          </a:prstGeom>
        </p:spPr>
      </p:pic>
      <p:sp>
        <p:nvSpPr>
          <p:cNvPr id="51" name="Text 46">
            <a:extLst>
              <a:ext uri="{FF2B5EF4-FFF2-40B4-BE49-F238E27FC236}">
                <a16:creationId xmlns:a16="http://schemas.microsoft.com/office/drawing/2014/main" id="{EC12E30E-5514-3C84-B4C6-FAE161ECF329}"/>
              </a:ext>
            </a:extLst>
          </p:cNvPr>
          <p:cNvSpPr/>
          <p:nvPr/>
        </p:nvSpPr>
        <p:spPr>
          <a:xfrm>
            <a:off x="2523976" y="4561433"/>
            <a:ext cx="76214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AVM-HWM-E-L1</a:t>
            </a:r>
            <a:endParaRPr lang="en-US" sz="75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68A4A001-0796-9383-9C2E-9A3B90D6FAAE}"/>
              </a:ext>
            </a:extLst>
          </p:cNvPr>
          <p:cNvSpPr/>
          <p:nvPr/>
        </p:nvSpPr>
        <p:spPr>
          <a:xfrm>
            <a:off x="2523976" y="4680496"/>
            <a:ext cx="762149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Mount</a:t>
            </a:r>
            <a:endParaRPr lang="en-US" sz="675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C95AD5B6-046F-6F7E-4BA4-46A1315AE67F}"/>
              </a:ext>
            </a:extLst>
          </p:cNvPr>
          <p:cNvSpPr/>
          <p:nvPr/>
        </p:nvSpPr>
        <p:spPr>
          <a:xfrm>
            <a:off x="3387179" y="4070896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54" name="Shape 49">
            <a:extLst>
              <a:ext uri="{FF2B5EF4-FFF2-40B4-BE49-F238E27FC236}">
                <a16:creationId xmlns:a16="http://schemas.microsoft.com/office/drawing/2014/main" id="{342301A3-642B-C7AB-BC47-7D784DE2C13F}"/>
              </a:ext>
            </a:extLst>
          </p:cNvPr>
          <p:cNvSpPr/>
          <p:nvPr/>
        </p:nvSpPr>
        <p:spPr>
          <a:xfrm>
            <a:off x="3667125" y="3894683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E1383332-D2F5-4B8F-81CE-953ABABF2B96}"/>
              </a:ext>
            </a:extLst>
          </p:cNvPr>
          <p:cNvSpPr/>
          <p:nvPr/>
        </p:nvSpPr>
        <p:spPr>
          <a:xfrm>
            <a:off x="3821311" y="4151858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F9A96C08-9BDE-AEA9-5653-3F68F2BF3BF4}"/>
              </a:ext>
            </a:extLst>
          </p:cNvPr>
          <p:cNvSpPr/>
          <p:nvPr/>
        </p:nvSpPr>
        <p:spPr>
          <a:xfrm>
            <a:off x="3727996" y="4561433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57" name="Shape 52">
            <a:extLst>
              <a:ext uri="{FF2B5EF4-FFF2-40B4-BE49-F238E27FC236}">
                <a16:creationId xmlns:a16="http://schemas.microsoft.com/office/drawing/2014/main" id="{55648518-3D4D-0B5B-9B75-B928BFF4C27C}"/>
              </a:ext>
            </a:extLst>
          </p:cNvPr>
          <p:cNvSpPr/>
          <p:nvPr/>
        </p:nvSpPr>
        <p:spPr>
          <a:xfrm>
            <a:off x="495300" y="5002411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58" name="Shape 53">
            <a:extLst>
              <a:ext uri="{FF2B5EF4-FFF2-40B4-BE49-F238E27FC236}">
                <a16:creationId xmlns:a16="http://schemas.microsoft.com/office/drawing/2014/main" id="{0A66D8D5-920D-D2F5-60C9-7DA9955B1BAB}"/>
              </a:ext>
            </a:extLst>
          </p:cNvPr>
          <p:cNvSpPr/>
          <p:nvPr/>
        </p:nvSpPr>
        <p:spPr>
          <a:xfrm>
            <a:off x="504825" y="5011936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59" name="Shape 54">
            <a:extLst>
              <a:ext uri="{FF2B5EF4-FFF2-40B4-BE49-F238E27FC236}">
                <a16:creationId xmlns:a16="http://schemas.microsoft.com/office/drawing/2014/main" id="{D3FE04C2-8B07-D7AF-E613-8C3BEDC2D670}"/>
              </a:ext>
            </a:extLst>
          </p:cNvPr>
          <p:cNvSpPr/>
          <p:nvPr/>
        </p:nvSpPr>
        <p:spPr>
          <a:xfrm>
            <a:off x="1200150" y="5011936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A997CB6C-A8BC-4041-169D-08325F4E6B54}"/>
              </a:ext>
            </a:extLst>
          </p:cNvPr>
          <p:cNvSpPr/>
          <p:nvPr/>
        </p:nvSpPr>
        <p:spPr>
          <a:xfrm>
            <a:off x="600075" y="5371654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WL-03</a:t>
            </a:r>
            <a:endParaRPr lang="en-US" sz="900" dirty="0"/>
          </a:p>
        </p:txBody>
      </p:sp>
      <p:sp>
        <p:nvSpPr>
          <p:cNvPr id="61" name="Text 56">
            <a:extLst>
              <a:ext uri="{FF2B5EF4-FFF2-40B4-BE49-F238E27FC236}">
                <a16:creationId xmlns:a16="http://schemas.microsoft.com/office/drawing/2014/main" id="{8961B480-7DCB-9695-D145-F0A4B2B79175}"/>
              </a:ext>
            </a:extLst>
          </p:cNvPr>
          <p:cNvSpPr/>
          <p:nvPr/>
        </p:nvSpPr>
        <p:spPr>
          <a:xfrm>
            <a:off x="600075" y="5543104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junction box</a:t>
            </a:r>
            <a:endParaRPr lang="en-US" sz="713" dirty="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9F03C6F7-6ABD-8380-850F-771BFDFD6C6C}"/>
              </a:ext>
            </a:extLst>
          </p:cNvPr>
          <p:cNvSpPr/>
          <p:nvPr/>
        </p:nvSpPr>
        <p:spPr>
          <a:xfrm>
            <a:off x="1495425" y="5126236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63" name="Shape 58">
            <a:extLst>
              <a:ext uri="{FF2B5EF4-FFF2-40B4-BE49-F238E27FC236}">
                <a16:creationId xmlns:a16="http://schemas.microsoft.com/office/drawing/2014/main" id="{EDAE6847-49C7-E98D-2A73-3B78A4B84FEE}"/>
              </a:ext>
            </a:extLst>
          </p:cNvPr>
          <p:cNvSpPr/>
          <p:nvPr/>
        </p:nvSpPr>
        <p:spPr>
          <a:xfrm>
            <a:off x="1504950" y="5135761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4" name="Image 3" descr="preencoded.png">
            <a:extLst>
              <a:ext uri="{FF2B5EF4-FFF2-40B4-BE49-F238E27FC236}">
                <a16:creationId xmlns:a16="http://schemas.microsoft.com/office/drawing/2014/main" id="{FA06926A-32E2-8893-EFA6-63294D16B2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5135761"/>
            <a:ext cx="590550" cy="590550"/>
          </a:xfrm>
          <a:prstGeom prst="rect">
            <a:avLst/>
          </a:prstGeom>
        </p:spPr>
      </p:pic>
      <p:sp>
        <p:nvSpPr>
          <p:cNvPr id="65" name="Text 59">
            <a:extLst>
              <a:ext uri="{FF2B5EF4-FFF2-40B4-BE49-F238E27FC236}">
                <a16:creationId xmlns:a16="http://schemas.microsoft.com/office/drawing/2014/main" id="{8F20E73C-A023-035B-1DA3-3B018D6A5199}"/>
              </a:ext>
            </a:extLst>
          </p:cNvPr>
          <p:cNvSpPr/>
          <p:nvPr/>
        </p:nvSpPr>
        <p:spPr>
          <a:xfrm>
            <a:off x="1439168" y="5792986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66" name="Text 60">
            <a:extLst>
              <a:ext uri="{FF2B5EF4-FFF2-40B4-BE49-F238E27FC236}">
                <a16:creationId xmlns:a16="http://schemas.microsoft.com/office/drawing/2014/main" id="{F55E9279-A800-3A6D-F52F-6B8BB8A0D27A}"/>
              </a:ext>
            </a:extLst>
          </p:cNvPr>
          <p:cNvSpPr/>
          <p:nvPr/>
        </p:nvSpPr>
        <p:spPr>
          <a:xfrm>
            <a:off x="1439168" y="5912048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67" name="Text 61">
            <a:extLst>
              <a:ext uri="{FF2B5EF4-FFF2-40B4-BE49-F238E27FC236}">
                <a16:creationId xmlns:a16="http://schemas.microsoft.com/office/drawing/2014/main" id="{5D68644C-277E-4EDF-F7DA-9CB2200BCC98}"/>
              </a:ext>
            </a:extLst>
          </p:cNvPr>
          <p:cNvSpPr/>
          <p:nvPr/>
        </p:nvSpPr>
        <p:spPr>
          <a:xfrm>
            <a:off x="2301180" y="5302448"/>
            <a:ext cx="1791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4B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68" name="Shape 62">
            <a:extLst>
              <a:ext uri="{FF2B5EF4-FFF2-40B4-BE49-F238E27FC236}">
                <a16:creationId xmlns:a16="http://schemas.microsoft.com/office/drawing/2014/main" id="{2207C0DB-AEA0-EA84-9BA5-94D6E63FC26D}"/>
              </a:ext>
            </a:extLst>
          </p:cNvPr>
          <p:cNvSpPr/>
          <p:nvPr/>
        </p:nvSpPr>
        <p:spPr>
          <a:xfrm>
            <a:off x="2600325" y="5126236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69" name="Shape 63">
            <a:extLst>
              <a:ext uri="{FF2B5EF4-FFF2-40B4-BE49-F238E27FC236}">
                <a16:creationId xmlns:a16="http://schemas.microsoft.com/office/drawing/2014/main" id="{4B19A85D-4D46-6FDF-8786-BEE649D4FE78}"/>
              </a:ext>
            </a:extLst>
          </p:cNvPr>
          <p:cNvSpPr/>
          <p:nvPr/>
        </p:nvSpPr>
        <p:spPr>
          <a:xfrm>
            <a:off x="2609850" y="5135761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0" name="Image 4" descr="preencoded.png">
            <a:extLst>
              <a:ext uri="{FF2B5EF4-FFF2-40B4-BE49-F238E27FC236}">
                <a16:creationId xmlns:a16="http://schemas.microsoft.com/office/drawing/2014/main" id="{37471FC8-CA7C-BD6F-D3CF-DF4B2080B2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609850" y="5135761"/>
            <a:ext cx="590550" cy="590550"/>
          </a:xfrm>
          <a:prstGeom prst="rect">
            <a:avLst/>
          </a:prstGeom>
        </p:spPr>
      </p:pic>
      <p:sp>
        <p:nvSpPr>
          <p:cNvPr id="71" name="Text 64">
            <a:extLst>
              <a:ext uri="{FF2B5EF4-FFF2-40B4-BE49-F238E27FC236}">
                <a16:creationId xmlns:a16="http://schemas.microsoft.com/office/drawing/2014/main" id="{A212C468-486D-CA02-A656-6D4393613C6C}"/>
              </a:ext>
            </a:extLst>
          </p:cNvPr>
          <p:cNvSpPr/>
          <p:nvPr/>
        </p:nvSpPr>
        <p:spPr>
          <a:xfrm>
            <a:off x="2523976" y="5792986"/>
            <a:ext cx="76214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AVM-JB-BE-S2</a:t>
            </a:r>
            <a:endParaRPr lang="en-US" sz="750" dirty="0"/>
          </a:p>
        </p:txBody>
      </p:sp>
      <p:sp>
        <p:nvSpPr>
          <p:cNvPr id="72" name="Text 65">
            <a:extLst>
              <a:ext uri="{FF2B5EF4-FFF2-40B4-BE49-F238E27FC236}">
                <a16:creationId xmlns:a16="http://schemas.microsoft.com/office/drawing/2014/main" id="{F76E3B51-B3BB-D13A-E50E-B2658D6CF745}"/>
              </a:ext>
            </a:extLst>
          </p:cNvPr>
          <p:cNvSpPr/>
          <p:nvPr/>
        </p:nvSpPr>
        <p:spPr>
          <a:xfrm>
            <a:off x="2523976" y="5912048"/>
            <a:ext cx="762149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 Box</a:t>
            </a:r>
            <a:endParaRPr lang="en-US" sz="675" dirty="0"/>
          </a:p>
        </p:txBody>
      </p:sp>
      <p:sp>
        <p:nvSpPr>
          <p:cNvPr id="73" name="Text 66">
            <a:extLst>
              <a:ext uri="{FF2B5EF4-FFF2-40B4-BE49-F238E27FC236}">
                <a16:creationId xmlns:a16="http://schemas.microsoft.com/office/drawing/2014/main" id="{2B496974-E709-9225-0155-B48114CD296C}"/>
              </a:ext>
            </a:extLst>
          </p:cNvPr>
          <p:cNvSpPr/>
          <p:nvPr/>
        </p:nvSpPr>
        <p:spPr>
          <a:xfrm>
            <a:off x="3406080" y="5302448"/>
            <a:ext cx="1791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4B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74" name="Shape 67">
            <a:extLst>
              <a:ext uri="{FF2B5EF4-FFF2-40B4-BE49-F238E27FC236}">
                <a16:creationId xmlns:a16="http://schemas.microsoft.com/office/drawing/2014/main" id="{0366D8AE-7966-1914-C687-0F6B6FF3D146}"/>
              </a:ext>
            </a:extLst>
          </p:cNvPr>
          <p:cNvSpPr/>
          <p:nvPr/>
        </p:nvSpPr>
        <p:spPr>
          <a:xfrm>
            <a:off x="3705225" y="5126236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75" name="Shape 68">
            <a:extLst>
              <a:ext uri="{FF2B5EF4-FFF2-40B4-BE49-F238E27FC236}">
                <a16:creationId xmlns:a16="http://schemas.microsoft.com/office/drawing/2014/main" id="{7C793672-FBA9-EF04-A05B-1243550636EA}"/>
              </a:ext>
            </a:extLst>
          </p:cNvPr>
          <p:cNvSpPr/>
          <p:nvPr/>
        </p:nvSpPr>
        <p:spPr>
          <a:xfrm>
            <a:off x="3714750" y="5135761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6" name="Image 5" descr="preencoded.png">
            <a:extLst>
              <a:ext uri="{FF2B5EF4-FFF2-40B4-BE49-F238E27FC236}">
                <a16:creationId xmlns:a16="http://schemas.microsoft.com/office/drawing/2014/main" id="{A5168F68-04B6-903A-71D5-D17FDF992C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14750" y="5135761"/>
            <a:ext cx="590550" cy="590550"/>
          </a:xfrm>
          <a:prstGeom prst="rect">
            <a:avLst/>
          </a:prstGeom>
        </p:spPr>
      </p:pic>
      <p:sp>
        <p:nvSpPr>
          <p:cNvPr id="77" name="Text 69">
            <a:extLst>
              <a:ext uri="{FF2B5EF4-FFF2-40B4-BE49-F238E27FC236}">
                <a16:creationId xmlns:a16="http://schemas.microsoft.com/office/drawing/2014/main" id="{DB740D80-26DE-B671-AEAB-18A6603AA5D5}"/>
              </a:ext>
            </a:extLst>
          </p:cNvPr>
          <p:cNvSpPr/>
          <p:nvPr/>
        </p:nvSpPr>
        <p:spPr>
          <a:xfrm>
            <a:off x="3628876" y="5792986"/>
            <a:ext cx="762149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AVM-HWM-E-L1</a:t>
            </a:r>
            <a:endParaRPr lang="en-US" sz="750" dirty="0"/>
          </a:p>
        </p:txBody>
      </p:sp>
      <p:sp>
        <p:nvSpPr>
          <p:cNvPr id="78" name="Text 70">
            <a:extLst>
              <a:ext uri="{FF2B5EF4-FFF2-40B4-BE49-F238E27FC236}">
                <a16:creationId xmlns:a16="http://schemas.microsoft.com/office/drawing/2014/main" id="{1F80EBC6-9B21-2FB7-6F29-8963AE6B676A}"/>
              </a:ext>
            </a:extLst>
          </p:cNvPr>
          <p:cNvSpPr/>
          <p:nvPr/>
        </p:nvSpPr>
        <p:spPr>
          <a:xfrm>
            <a:off x="3628876" y="5912048"/>
            <a:ext cx="762149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Mount</a:t>
            </a:r>
            <a:endParaRPr lang="en-US" sz="675" dirty="0"/>
          </a:p>
        </p:txBody>
      </p:sp>
      <p:sp>
        <p:nvSpPr>
          <p:cNvPr id="79" name="Text 71">
            <a:extLst>
              <a:ext uri="{FF2B5EF4-FFF2-40B4-BE49-F238E27FC236}">
                <a16:creationId xmlns:a16="http://schemas.microsoft.com/office/drawing/2014/main" id="{06A66DDC-0C1A-1433-19D6-01506C4F0579}"/>
              </a:ext>
            </a:extLst>
          </p:cNvPr>
          <p:cNvSpPr/>
          <p:nvPr/>
        </p:nvSpPr>
        <p:spPr>
          <a:xfrm>
            <a:off x="4492079" y="5302448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80" name="Shape 72">
            <a:extLst>
              <a:ext uri="{FF2B5EF4-FFF2-40B4-BE49-F238E27FC236}">
                <a16:creationId xmlns:a16="http://schemas.microsoft.com/office/drawing/2014/main" id="{8D7D935B-11D3-31C9-B379-8C3F1FF94CCF}"/>
              </a:ext>
            </a:extLst>
          </p:cNvPr>
          <p:cNvSpPr/>
          <p:nvPr/>
        </p:nvSpPr>
        <p:spPr>
          <a:xfrm>
            <a:off x="4772025" y="5126236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81" name="Text 73">
            <a:extLst>
              <a:ext uri="{FF2B5EF4-FFF2-40B4-BE49-F238E27FC236}">
                <a16:creationId xmlns:a16="http://schemas.microsoft.com/office/drawing/2014/main" id="{1BC93C0A-B999-1DFA-F973-67B317D6A405}"/>
              </a:ext>
            </a:extLst>
          </p:cNvPr>
          <p:cNvSpPr/>
          <p:nvPr/>
        </p:nvSpPr>
        <p:spPr>
          <a:xfrm>
            <a:off x="4926211" y="5383411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82" name="Text 74">
            <a:extLst>
              <a:ext uri="{FF2B5EF4-FFF2-40B4-BE49-F238E27FC236}">
                <a16:creationId xmlns:a16="http://schemas.microsoft.com/office/drawing/2014/main" id="{65BE3814-E565-6228-0447-19DAD7987420}"/>
              </a:ext>
            </a:extLst>
          </p:cNvPr>
          <p:cNvSpPr/>
          <p:nvPr/>
        </p:nvSpPr>
        <p:spPr>
          <a:xfrm>
            <a:off x="4832896" y="5792986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83" name="Shape 75">
            <a:extLst>
              <a:ext uri="{FF2B5EF4-FFF2-40B4-BE49-F238E27FC236}">
                <a16:creationId xmlns:a16="http://schemas.microsoft.com/office/drawing/2014/main" id="{78BD51CB-6292-E96E-C864-A428314A35EE}"/>
              </a:ext>
            </a:extLst>
          </p:cNvPr>
          <p:cNvSpPr/>
          <p:nvPr/>
        </p:nvSpPr>
        <p:spPr>
          <a:xfrm>
            <a:off x="495300" y="6233964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FFFFF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84" name="Shape 76">
            <a:extLst>
              <a:ext uri="{FF2B5EF4-FFF2-40B4-BE49-F238E27FC236}">
                <a16:creationId xmlns:a16="http://schemas.microsoft.com/office/drawing/2014/main" id="{EF89C01A-3A64-F010-6F00-67F4965EB352}"/>
              </a:ext>
            </a:extLst>
          </p:cNvPr>
          <p:cNvSpPr/>
          <p:nvPr/>
        </p:nvSpPr>
        <p:spPr>
          <a:xfrm>
            <a:off x="504825" y="6243489"/>
            <a:ext cx="704850" cy="1117253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5" name="Shape 77">
            <a:extLst>
              <a:ext uri="{FF2B5EF4-FFF2-40B4-BE49-F238E27FC236}">
                <a16:creationId xmlns:a16="http://schemas.microsoft.com/office/drawing/2014/main" id="{9EF0147E-CA8E-951F-5E25-0DDC3FD8910B}"/>
              </a:ext>
            </a:extLst>
          </p:cNvPr>
          <p:cNvSpPr/>
          <p:nvPr/>
        </p:nvSpPr>
        <p:spPr>
          <a:xfrm>
            <a:off x="1200150" y="6243489"/>
            <a:ext cx="9525" cy="1117253"/>
          </a:xfrm>
          <a:prstGeom prst="rect">
            <a:avLst/>
          </a:prstGeom>
          <a:solidFill>
            <a:srgbClr val="EEF0F3"/>
          </a:solidFill>
          <a:ln/>
        </p:spPr>
      </p:sp>
      <p:sp>
        <p:nvSpPr>
          <p:cNvPr id="86" name="Text 78">
            <a:extLst>
              <a:ext uri="{FF2B5EF4-FFF2-40B4-BE49-F238E27FC236}">
                <a16:creationId xmlns:a16="http://schemas.microsoft.com/office/drawing/2014/main" id="{6C1D12FC-6178-E3D6-4C56-C444D5CD24AE}"/>
              </a:ext>
            </a:extLst>
          </p:cNvPr>
          <p:cNvSpPr/>
          <p:nvPr/>
        </p:nvSpPr>
        <p:spPr>
          <a:xfrm>
            <a:off x="600075" y="6603206"/>
            <a:ext cx="5810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WL-04</a:t>
            </a:r>
            <a:endParaRPr lang="en-US" sz="900" dirty="0"/>
          </a:p>
        </p:txBody>
      </p:sp>
      <p:sp>
        <p:nvSpPr>
          <p:cNvPr id="87" name="Text 79">
            <a:extLst>
              <a:ext uri="{FF2B5EF4-FFF2-40B4-BE49-F238E27FC236}">
                <a16:creationId xmlns:a16="http://schemas.microsoft.com/office/drawing/2014/main" id="{26E9F7AE-2965-86AD-0C75-FA3E82F143F6}"/>
              </a:ext>
            </a:extLst>
          </p:cNvPr>
          <p:cNvSpPr/>
          <p:nvPr/>
        </p:nvSpPr>
        <p:spPr>
          <a:xfrm>
            <a:off x="600075" y="6774656"/>
            <a:ext cx="581025" cy="264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13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adaptor</a:t>
            </a:r>
            <a:endParaRPr lang="en-US" sz="713" dirty="0"/>
          </a:p>
        </p:txBody>
      </p:sp>
      <p:sp>
        <p:nvSpPr>
          <p:cNvPr id="88" name="Shape 80">
            <a:extLst>
              <a:ext uri="{FF2B5EF4-FFF2-40B4-BE49-F238E27FC236}">
                <a16:creationId xmlns:a16="http://schemas.microsoft.com/office/drawing/2014/main" id="{10D317DE-619E-933C-0E13-F9200EF139F0}"/>
              </a:ext>
            </a:extLst>
          </p:cNvPr>
          <p:cNvSpPr/>
          <p:nvPr/>
        </p:nvSpPr>
        <p:spPr>
          <a:xfrm>
            <a:off x="1495425" y="6357789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89" name="Shape 81">
            <a:extLst>
              <a:ext uri="{FF2B5EF4-FFF2-40B4-BE49-F238E27FC236}">
                <a16:creationId xmlns:a16="http://schemas.microsoft.com/office/drawing/2014/main" id="{3A071DC8-4485-8833-37DF-59C95D6A9D1D}"/>
              </a:ext>
            </a:extLst>
          </p:cNvPr>
          <p:cNvSpPr/>
          <p:nvPr/>
        </p:nvSpPr>
        <p:spPr>
          <a:xfrm>
            <a:off x="1504950" y="6367314"/>
            <a:ext cx="590550" cy="5905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0" name="Image 6" descr="preencoded.png">
            <a:extLst>
              <a:ext uri="{FF2B5EF4-FFF2-40B4-BE49-F238E27FC236}">
                <a16:creationId xmlns:a16="http://schemas.microsoft.com/office/drawing/2014/main" id="{643B2C57-BFD2-934E-1779-1375753D1C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04950" y="6367314"/>
            <a:ext cx="590550" cy="590550"/>
          </a:xfrm>
          <a:prstGeom prst="rect">
            <a:avLst/>
          </a:prstGeom>
        </p:spPr>
      </p:pic>
      <p:sp>
        <p:nvSpPr>
          <p:cNvPr id="91" name="Text 82">
            <a:extLst>
              <a:ext uri="{FF2B5EF4-FFF2-40B4-BE49-F238E27FC236}">
                <a16:creationId xmlns:a16="http://schemas.microsoft.com/office/drawing/2014/main" id="{E612B9DB-D5D5-68E3-A50A-09BD4E54ADDD}"/>
              </a:ext>
            </a:extLst>
          </p:cNvPr>
          <p:cNvSpPr/>
          <p:nvPr/>
        </p:nvSpPr>
        <p:spPr>
          <a:xfrm>
            <a:off x="1439168" y="7024539"/>
            <a:ext cx="722114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AVC-NPB81M</a:t>
            </a:r>
            <a:endParaRPr lang="en-US" sz="750" dirty="0"/>
          </a:p>
        </p:txBody>
      </p:sp>
      <p:sp>
        <p:nvSpPr>
          <p:cNvPr id="92" name="Text 83">
            <a:extLst>
              <a:ext uri="{FF2B5EF4-FFF2-40B4-BE49-F238E27FC236}">
                <a16:creationId xmlns:a16="http://schemas.microsoft.com/office/drawing/2014/main" id="{3C76305C-A255-71DB-D7BD-7B704DC8DE81}"/>
              </a:ext>
            </a:extLst>
          </p:cNvPr>
          <p:cNvSpPr/>
          <p:nvPr/>
        </p:nvSpPr>
        <p:spPr>
          <a:xfrm>
            <a:off x="1439168" y="7143601"/>
            <a:ext cx="722114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Camera</a:t>
            </a:r>
            <a:endParaRPr lang="en-US" sz="675" dirty="0"/>
          </a:p>
        </p:txBody>
      </p:sp>
      <p:sp>
        <p:nvSpPr>
          <p:cNvPr id="93" name="Text 84">
            <a:extLst>
              <a:ext uri="{FF2B5EF4-FFF2-40B4-BE49-F238E27FC236}">
                <a16:creationId xmlns:a16="http://schemas.microsoft.com/office/drawing/2014/main" id="{3DCF2F2F-76D9-E4A6-88E1-F70859C5B303}"/>
              </a:ext>
            </a:extLst>
          </p:cNvPr>
          <p:cNvSpPr/>
          <p:nvPr/>
        </p:nvSpPr>
        <p:spPr>
          <a:xfrm>
            <a:off x="2301180" y="6534001"/>
            <a:ext cx="1791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4B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94" name="Shape 85">
            <a:extLst>
              <a:ext uri="{FF2B5EF4-FFF2-40B4-BE49-F238E27FC236}">
                <a16:creationId xmlns:a16="http://schemas.microsoft.com/office/drawing/2014/main" id="{8C598CD6-3AD4-90E2-0829-8085717AA56B}"/>
              </a:ext>
            </a:extLst>
          </p:cNvPr>
          <p:cNvSpPr/>
          <p:nvPr/>
        </p:nvSpPr>
        <p:spPr>
          <a:xfrm>
            <a:off x="2600325" y="6357789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95" name="Text 86">
            <a:extLst>
              <a:ext uri="{FF2B5EF4-FFF2-40B4-BE49-F238E27FC236}">
                <a16:creationId xmlns:a16="http://schemas.microsoft.com/office/drawing/2014/main" id="{1FB31E9A-8951-9434-CE87-652C7C521A20}"/>
              </a:ext>
            </a:extLst>
          </p:cNvPr>
          <p:cNvSpPr/>
          <p:nvPr/>
        </p:nvSpPr>
        <p:spPr>
          <a:xfrm>
            <a:off x="2784128" y="6614964"/>
            <a:ext cx="24199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00" kern="0" spc="75" dirty="0">
                <a:solidFill>
                  <a:srgbClr val="B4B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ADP</a:t>
            </a:r>
            <a:endParaRPr lang="en-US" sz="600" dirty="0"/>
          </a:p>
        </p:txBody>
      </p:sp>
      <p:sp>
        <p:nvSpPr>
          <p:cNvPr id="96" name="Text 87">
            <a:extLst>
              <a:ext uri="{FF2B5EF4-FFF2-40B4-BE49-F238E27FC236}">
                <a16:creationId xmlns:a16="http://schemas.microsoft.com/office/drawing/2014/main" id="{987BEA41-9BF5-F592-7C7F-8333340DAF9E}"/>
              </a:ext>
            </a:extLst>
          </p:cNvPr>
          <p:cNvSpPr/>
          <p:nvPr/>
        </p:nvSpPr>
        <p:spPr>
          <a:xfrm>
            <a:off x="2579787" y="7024539"/>
            <a:ext cx="650528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750" dirty="0"/>
          </a:p>
        </p:txBody>
      </p:sp>
      <p:sp>
        <p:nvSpPr>
          <p:cNvPr id="97" name="Text 88">
            <a:extLst>
              <a:ext uri="{FF2B5EF4-FFF2-40B4-BE49-F238E27FC236}">
                <a16:creationId xmlns:a16="http://schemas.microsoft.com/office/drawing/2014/main" id="{96F36599-A048-40BF-C8FC-18D5208864B0}"/>
              </a:ext>
            </a:extLst>
          </p:cNvPr>
          <p:cNvSpPr/>
          <p:nvPr/>
        </p:nvSpPr>
        <p:spPr>
          <a:xfrm>
            <a:off x="2579787" y="7143601"/>
            <a:ext cx="650528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Adaptor</a:t>
            </a:r>
            <a:endParaRPr lang="en-US" sz="675" dirty="0"/>
          </a:p>
        </p:txBody>
      </p:sp>
      <p:sp>
        <p:nvSpPr>
          <p:cNvPr id="98" name="Text 89">
            <a:extLst>
              <a:ext uri="{FF2B5EF4-FFF2-40B4-BE49-F238E27FC236}">
                <a16:creationId xmlns:a16="http://schemas.microsoft.com/office/drawing/2014/main" id="{8AF53E93-B865-3858-058B-7D99264C4358}"/>
              </a:ext>
            </a:extLst>
          </p:cNvPr>
          <p:cNvSpPr/>
          <p:nvPr/>
        </p:nvSpPr>
        <p:spPr>
          <a:xfrm>
            <a:off x="3406080" y="6534001"/>
            <a:ext cx="179189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B4B9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50" dirty="0"/>
          </a:p>
        </p:txBody>
      </p:sp>
      <p:sp>
        <p:nvSpPr>
          <p:cNvPr id="99" name="Shape 90">
            <a:extLst>
              <a:ext uri="{FF2B5EF4-FFF2-40B4-BE49-F238E27FC236}">
                <a16:creationId xmlns:a16="http://schemas.microsoft.com/office/drawing/2014/main" id="{ADD69891-5FCA-ED09-8BFC-A24FCCDC36FD}"/>
              </a:ext>
            </a:extLst>
          </p:cNvPr>
          <p:cNvSpPr/>
          <p:nvPr/>
        </p:nvSpPr>
        <p:spPr>
          <a:xfrm>
            <a:off x="3705225" y="6357789"/>
            <a:ext cx="609600" cy="609600"/>
          </a:xfrm>
          <a:prstGeom prst="roundRect">
            <a:avLst>
              <a:gd name="adj" fmla="val 7813"/>
            </a:avLst>
          </a:prstGeom>
          <a:solidFill>
            <a:srgbClr val="F5F6F8"/>
          </a:solidFill>
          <a:ln w="9525">
            <a:solidFill>
              <a:srgbClr val="E6E8EC"/>
            </a:solidFill>
            <a:prstDash val="solid"/>
          </a:ln>
        </p:spPr>
      </p:sp>
      <p:sp>
        <p:nvSpPr>
          <p:cNvPr id="100" name="Text 91">
            <a:extLst>
              <a:ext uri="{FF2B5EF4-FFF2-40B4-BE49-F238E27FC236}">
                <a16:creationId xmlns:a16="http://schemas.microsoft.com/office/drawing/2014/main" id="{37AEA6CE-EEC6-B057-274A-E52C27323AB5}"/>
              </a:ext>
            </a:extLst>
          </p:cNvPr>
          <p:cNvSpPr/>
          <p:nvPr/>
        </p:nvSpPr>
        <p:spPr>
          <a:xfrm>
            <a:off x="3889028" y="6614964"/>
            <a:ext cx="241995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00" kern="0" spc="75" dirty="0">
                <a:solidFill>
                  <a:srgbClr val="B4B9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MNT</a:t>
            </a:r>
            <a:endParaRPr lang="en-US" sz="600" dirty="0"/>
          </a:p>
        </p:txBody>
      </p:sp>
      <p:sp>
        <p:nvSpPr>
          <p:cNvPr id="101" name="Text 92">
            <a:extLst>
              <a:ext uri="{FF2B5EF4-FFF2-40B4-BE49-F238E27FC236}">
                <a16:creationId xmlns:a16="http://schemas.microsoft.com/office/drawing/2014/main" id="{A7451BD0-B9DA-9F92-B713-72CFBE81D29C}"/>
              </a:ext>
            </a:extLst>
          </p:cNvPr>
          <p:cNvSpPr/>
          <p:nvPr/>
        </p:nvSpPr>
        <p:spPr>
          <a:xfrm>
            <a:off x="3755380" y="7024539"/>
            <a:ext cx="509141" cy="1476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750" b="1" dirty="0">
                <a:solidFill>
                  <a:srgbClr val="1C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750" dirty="0"/>
          </a:p>
        </p:txBody>
      </p:sp>
      <p:sp>
        <p:nvSpPr>
          <p:cNvPr id="102" name="Text 93">
            <a:extLst>
              <a:ext uri="{FF2B5EF4-FFF2-40B4-BE49-F238E27FC236}">
                <a16:creationId xmlns:a16="http://schemas.microsoft.com/office/drawing/2014/main" id="{F6BDD893-CDA0-8CF2-8C67-4CD141D2C938}"/>
              </a:ext>
            </a:extLst>
          </p:cNvPr>
          <p:cNvSpPr/>
          <p:nvPr/>
        </p:nvSpPr>
        <p:spPr>
          <a:xfrm>
            <a:off x="3755380" y="7143601"/>
            <a:ext cx="509141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 Mount</a:t>
            </a:r>
            <a:endParaRPr lang="en-US" sz="675" dirty="0"/>
          </a:p>
        </p:txBody>
      </p:sp>
      <p:sp>
        <p:nvSpPr>
          <p:cNvPr id="103" name="Text 94">
            <a:extLst>
              <a:ext uri="{FF2B5EF4-FFF2-40B4-BE49-F238E27FC236}">
                <a16:creationId xmlns:a16="http://schemas.microsoft.com/office/drawing/2014/main" id="{71EE8D3C-0EC7-739C-DE59-21D6A2041427}"/>
              </a:ext>
            </a:extLst>
          </p:cNvPr>
          <p:cNvSpPr/>
          <p:nvPr/>
        </p:nvSpPr>
        <p:spPr>
          <a:xfrm>
            <a:off x="4492079" y="6534001"/>
            <a:ext cx="21684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F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04" name="Shape 95">
            <a:extLst>
              <a:ext uri="{FF2B5EF4-FFF2-40B4-BE49-F238E27FC236}">
                <a16:creationId xmlns:a16="http://schemas.microsoft.com/office/drawing/2014/main" id="{16433007-1390-445B-A850-A8D1C27BC63F}"/>
              </a:ext>
            </a:extLst>
          </p:cNvPr>
          <p:cNvSpPr/>
          <p:nvPr/>
        </p:nvSpPr>
        <p:spPr>
          <a:xfrm>
            <a:off x="4772025" y="6357789"/>
            <a:ext cx="609600" cy="609600"/>
          </a:xfrm>
          <a:prstGeom prst="roundRect">
            <a:avLst>
              <a:gd name="adj" fmla="val 7813"/>
            </a:avLst>
          </a:prstGeom>
          <a:solidFill>
            <a:srgbClr val="EEF2F9"/>
          </a:solidFill>
          <a:ln w="9525">
            <a:solidFill>
              <a:srgbClr val="3F6CB0"/>
            </a:solidFill>
            <a:prstDash val="solid"/>
          </a:ln>
        </p:spPr>
      </p:sp>
      <p:sp>
        <p:nvSpPr>
          <p:cNvPr id="105" name="Text 96">
            <a:extLst>
              <a:ext uri="{FF2B5EF4-FFF2-40B4-BE49-F238E27FC236}">
                <a16:creationId xmlns:a16="http://schemas.microsoft.com/office/drawing/2014/main" id="{40E79CAF-712F-7419-6483-76669C24B74B}"/>
              </a:ext>
            </a:extLst>
          </p:cNvPr>
          <p:cNvSpPr/>
          <p:nvPr/>
        </p:nvSpPr>
        <p:spPr>
          <a:xfrm>
            <a:off x="4926211" y="6614964"/>
            <a:ext cx="30107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675" b="1" kern="0" spc="38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</a:t>
            </a:r>
            <a:endParaRPr lang="en-US" sz="675" dirty="0"/>
          </a:p>
        </p:txBody>
      </p:sp>
      <p:sp>
        <p:nvSpPr>
          <p:cNvPr id="106" name="Text 97">
            <a:extLst>
              <a:ext uri="{FF2B5EF4-FFF2-40B4-BE49-F238E27FC236}">
                <a16:creationId xmlns:a16="http://schemas.microsoft.com/office/drawing/2014/main" id="{6D14BA17-CE2D-F79B-9333-57CAF2645DAA}"/>
              </a:ext>
            </a:extLst>
          </p:cNvPr>
          <p:cNvSpPr/>
          <p:nvPr/>
        </p:nvSpPr>
        <p:spPr>
          <a:xfrm>
            <a:off x="4832896" y="7024539"/>
            <a:ext cx="487710" cy="140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75" dirty="0">
                <a:solidFill>
                  <a:srgbClr val="9AA0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</a:t>
            </a:r>
            <a:endParaRPr lang="en-US" sz="675" dirty="0"/>
          </a:p>
        </p:txBody>
      </p:sp>
      <p:sp>
        <p:nvSpPr>
          <p:cNvPr id="126" name="Shape 116">
            <a:extLst>
              <a:ext uri="{FF2B5EF4-FFF2-40B4-BE49-F238E27FC236}">
                <a16:creationId xmlns:a16="http://schemas.microsoft.com/office/drawing/2014/main" id="{C5B9E74E-C5C5-F608-B892-145F9F164D11}"/>
              </a:ext>
            </a:extLst>
          </p:cNvPr>
          <p:cNvSpPr/>
          <p:nvPr/>
        </p:nvSpPr>
        <p:spPr>
          <a:xfrm>
            <a:off x="495300" y="8754219"/>
            <a:ext cx="6781800" cy="514350"/>
          </a:xfrm>
          <a:prstGeom prst="roundRect">
            <a:avLst>
              <a:gd name="adj" fmla="val 11111"/>
            </a:avLst>
          </a:prstGeom>
          <a:solidFill>
            <a:srgbClr val="FAFBFC"/>
          </a:solidFill>
          <a:ln w="9525">
            <a:solidFill>
              <a:srgbClr val="EEF0F3"/>
            </a:solidFill>
            <a:prstDash val="solid"/>
          </a:ln>
        </p:spPr>
      </p:sp>
      <p:sp>
        <p:nvSpPr>
          <p:cNvPr id="127" name="Text 117">
            <a:extLst>
              <a:ext uri="{FF2B5EF4-FFF2-40B4-BE49-F238E27FC236}">
                <a16:creationId xmlns:a16="http://schemas.microsoft.com/office/drawing/2014/main" id="{71BD2E1C-141D-C0DD-2C25-6EE21195FE5E}"/>
              </a:ext>
            </a:extLst>
          </p:cNvPr>
          <p:cNvSpPr/>
          <p:nvPr/>
        </p:nvSpPr>
        <p:spPr>
          <a:xfrm>
            <a:off x="638175" y="8878044"/>
            <a:ext cx="320129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675" b="1" kern="0" spc="75" dirty="0">
                <a:solidFill>
                  <a:srgbClr val="3F6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</a:t>
            </a:r>
            <a:endParaRPr lang="en-US" sz="675" dirty="0"/>
          </a:p>
        </p:txBody>
      </p:sp>
      <p:sp>
        <p:nvSpPr>
          <p:cNvPr id="128" name="Text 118">
            <a:extLst>
              <a:ext uri="{FF2B5EF4-FFF2-40B4-BE49-F238E27FC236}">
                <a16:creationId xmlns:a16="http://schemas.microsoft.com/office/drawing/2014/main" id="{5CF4E67E-2FDD-CB14-F077-D69A5CD78042}"/>
              </a:ext>
            </a:extLst>
          </p:cNvPr>
          <p:cNvSpPr/>
          <p:nvPr/>
        </p:nvSpPr>
        <p:spPr>
          <a:xfrm>
            <a:off x="977354" y="8868519"/>
            <a:ext cx="63415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50" dirty="0">
                <a:solidFill>
                  <a:srgbClr val="7A7F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템플릿에는 제품명이 비어 있습니다. Tweaks 패널에서 카메라 카테고리·모델을 선택하면 카메라명이 반영되며(카테고리만 선택 시 카테고리명 표시), 액세서리 모델명(—)은 직접 입력해 채웁니다. 결합 완성 이미지는 제공되지 않습니다.</a:t>
            </a:r>
            <a:endParaRPr lang="en-US" sz="750" dirty="0"/>
          </a:p>
        </p:txBody>
      </p:sp>
      <p:sp>
        <p:nvSpPr>
          <p:cNvPr id="129" name="Shape 119">
            <a:extLst>
              <a:ext uri="{FF2B5EF4-FFF2-40B4-BE49-F238E27FC236}">
                <a16:creationId xmlns:a16="http://schemas.microsoft.com/office/drawing/2014/main" id="{BF696292-1DBF-F1E0-D9E0-20FC7F076D10}"/>
              </a:ext>
            </a:extLst>
          </p:cNvPr>
          <p:cNvSpPr/>
          <p:nvPr/>
        </p:nvSpPr>
        <p:spPr>
          <a:xfrm>
            <a:off x="495300" y="9486900"/>
            <a:ext cx="6781800" cy="9525"/>
          </a:xfrm>
          <a:prstGeom prst="rect">
            <a:avLst/>
          </a:prstGeom>
          <a:solidFill>
            <a:srgbClr val="E6E8EC"/>
          </a:solidFill>
          <a:ln/>
        </p:spPr>
      </p:sp>
      <p:sp>
        <p:nvSpPr>
          <p:cNvPr id="130" name="Text 120">
            <a:extLst>
              <a:ext uri="{FF2B5EF4-FFF2-40B4-BE49-F238E27FC236}">
                <a16:creationId xmlns:a16="http://schemas.microsoft.com/office/drawing/2014/main" id="{84DA5916-2C6B-58B2-4C6A-1BF5BAA7A83D}"/>
              </a:ext>
            </a:extLst>
          </p:cNvPr>
          <p:cNvSpPr/>
          <p:nvPr/>
        </p:nvSpPr>
        <p:spPr>
          <a:xfrm>
            <a:off x="495300" y="9648825"/>
            <a:ext cx="2112362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kern="0" spc="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AVYCON · ACCESSORY COMBINATION GUIDE</a:t>
            </a:r>
            <a:endParaRPr lang="en-US" sz="638" dirty="0"/>
          </a:p>
        </p:txBody>
      </p:sp>
      <p:sp>
        <p:nvSpPr>
          <p:cNvPr id="131" name="Text 121">
            <a:extLst>
              <a:ext uri="{FF2B5EF4-FFF2-40B4-BE49-F238E27FC236}">
                <a16:creationId xmlns:a16="http://schemas.microsoft.com/office/drawing/2014/main" id="{46EE8171-AEC5-7E7C-620F-110FCC859557}"/>
              </a:ext>
            </a:extLst>
          </p:cNvPr>
          <p:cNvSpPr/>
          <p:nvPr/>
        </p:nvSpPr>
        <p:spPr>
          <a:xfrm>
            <a:off x="4627662" y="9648825"/>
            <a:ext cx="513606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638" dirty="0">
                <a:solidFill>
                  <a:srgbClr val="9AA0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 · 01</a:t>
            </a:r>
            <a:endParaRPr lang="en-US" sz="638" dirty="0"/>
          </a:p>
        </p:txBody>
      </p:sp>
      <p:sp>
        <p:nvSpPr>
          <p:cNvPr id="132" name="Shape 34">
            <a:extLst>
              <a:ext uri="{FF2B5EF4-FFF2-40B4-BE49-F238E27FC236}">
                <a16:creationId xmlns:a16="http://schemas.microsoft.com/office/drawing/2014/main" id="{090DE881-879E-A5E2-6215-F05AE4A83407}"/>
              </a:ext>
            </a:extLst>
          </p:cNvPr>
          <p:cNvSpPr/>
          <p:nvPr/>
        </p:nvSpPr>
        <p:spPr>
          <a:xfrm>
            <a:off x="495300" y="7451973"/>
            <a:ext cx="6781800" cy="1136303"/>
          </a:xfrm>
          <a:prstGeom prst="roundRect">
            <a:avLst>
              <a:gd name="adj" fmla="val 5868"/>
            </a:avLst>
          </a:prstGeom>
          <a:solidFill>
            <a:srgbClr val="FAFBFC"/>
          </a:solidFill>
          <a:ln w="9525">
            <a:solidFill>
              <a:srgbClr val="E6E8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3" name="Cross 132">
            <a:extLst>
              <a:ext uri="{FF2B5EF4-FFF2-40B4-BE49-F238E27FC236}">
                <a16:creationId xmlns:a16="http://schemas.microsoft.com/office/drawing/2014/main" id="{5CCC9C06-EFAE-D078-B083-3BFC0F9FD51F}"/>
              </a:ext>
            </a:extLst>
          </p:cNvPr>
          <p:cNvSpPr/>
          <p:nvPr/>
        </p:nvSpPr>
        <p:spPr>
          <a:xfrm>
            <a:off x="3722079" y="7856003"/>
            <a:ext cx="328241" cy="328241"/>
          </a:xfrm>
          <a:prstGeom prst="plus">
            <a:avLst>
              <a:gd name="adj" fmla="val 4096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E74FB773-DCA6-20AB-50F6-E1630FC1D1DF}"/>
              </a:ext>
            </a:extLst>
          </p:cNvPr>
          <p:cNvSpPr/>
          <p:nvPr/>
        </p:nvSpPr>
        <p:spPr>
          <a:xfrm>
            <a:off x="6691312" y="4272409"/>
            <a:ext cx="333375" cy="80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9E30313-CA8C-DD24-3D3A-339607683667}"/>
              </a:ext>
            </a:extLst>
          </p:cNvPr>
          <p:cNvSpPr/>
          <p:nvPr/>
        </p:nvSpPr>
        <p:spPr>
          <a:xfrm>
            <a:off x="6691312" y="5539234"/>
            <a:ext cx="333375" cy="80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69BDB46-A760-45B1-F049-7B475E8ED733}"/>
              </a:ext>
            </a:extLst>
          </p:cNvPr>
          <p:cNvSpPr/>
          <p:nvPr/>
        </p:nvSpPr>
        <p:spPr>
          <a:xfrm>
            <a:off x="6691312" y="6758434"/>
            <a:ext cx="333375" cy="80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EE2C0F7-44BF-DCBD-3EB3-79DFB625BE7D}"/>
              </a:ext>
            </a:extLst>
          </p:cNvPr>
          <p:cNvSpPr/>
          <p:nvPr/>
        </p:nvSpPr>
        <p:spPr>
          <a:xfrm>
            <a:off x="247657" y="4878587"/>
            <a:ext cx="7200893" cy="25733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40F573F4-9FB5-F581-B21A-A466837720E1}"/>
              </a:ext>
            </a:extLst>
          </p:cNvPr>
          <p:cNvSpPr txBox="1"/>
          <p:nvPr/>
        </p:nvSpPr>
        <p:spPr>
          <a:xfrm>
            <a:off x="3714750" y="7486671"/>
            <a:ext cx="3449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두개의 다른 배너를 추가한 상태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4927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597</Words>
  <Application>Microsoft Office PowerPoint</Application>
  <PresentationFormat>Custom</PresentationFormat>
  <Paragraphs>254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Steve Jung</cp:lastModifiedBy>
  <cp:revision>5</cp:revision>
  <dcterms:created xsi:type="dcterms:W3CDTF">2026-06-25T18:05:47Z</dcterms:created>
  <dcterms:modified xsi:type="dcterms:W3CDTF">2026-06-25T20:03:32Z</dcterms:modified>
</cp:coreProperties>
</file>