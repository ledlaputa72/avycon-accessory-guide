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4" autoAdjust="0"/>
    <p:restoredTop sz="94444" autoAdjust="0"/>
  </p:normalViewPr>
  <p:slideViewPr>
    <p:cSldViewPr snapToGrid="0">
      <p:cViewPr varScale="1">
        <p:scale>
          <a:sx n="100" d="100"/>
          <a:sy n="100" d="100"/>
        </p:scale>
        <p:origin x="90" y="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54A02-BE5F-CD1D-A7CE-58D5D344B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E68A7-58E2-F578-6463-7CF72A8FEF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5A247-A342-9A03-4590-93899E9F2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18A1-1AB1-4A2A-BE01-CF39639CD2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1D271-5B3C-2A5D-B464-C808B2F53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E9B1E-BD91-7E35-F95E-3AA58B85E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D34C1-78D3-48BB-9E21-30D609A0C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679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D7FE7-5866-85B7-A480-419E98634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F9D12-90CB-F59F-6E40-F7C6F08FE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75F16-CB2B-AE43-1CDC-5061C9778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18A1-1AB1-4A2A-BE01-CF39639CD2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0AEDE-E75C-DEE6-83F9-20A7E3BDF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41AC0-9703-1E7F-0C52-BE9E4A1DC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D34C1-78D3-48BB-9E21-30D609A0C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40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D739-4C1D-509B-E6A2-976B09232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A2FE6-5B45-FCEA-AA0C-E85ED14DE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32B0A-2C50-2421-B473-DF57ABCA3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18A1-1AB1-4A2A-BE01-CF39639CD2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B7287-E5C3-D1BE-420A-B2320D3F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72EEB-9CDE-67AD-4967-BA58D5677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D34C1-78D3-48BB-9E21-30D609A0C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11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8D293-57CA-955F-163A-2CD62C896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DB3C0-6476-0F9D-A911-A3029ADC1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43A19-9EF3-4167-295A-199896539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3ABCD-AD68-D013-A203-1DA9C777E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18A1-1AB1-4A2A-BE01-CF39639CD2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BE6F1-D4C9-AFF1-CC73-24C641C5D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2247F-3EB0-838D-938C-6708C88F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D34C1-78D3-48BB-9E21-30D609A0C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49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CCC71-6A8F-B4A6-7BA9-67C10DA34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2A333-06F7-AFDD-0B0A-8F033F20F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7B0AE-26B4-D470-D39A-C3E40BC4A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3D7EA2-00E2-5B3C-A5CE-7088ACDC3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FC67C8-FBDC-A951-9D42-2FCC3CC16F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4E08CE-F9A1-FEC3-142B-E4A9DC8A7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18A1-1AB1-4A2A-BE01-CF39639CD2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0DE9B9-A5DD-FF59-2B4B-9BD284D6E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DA930B-05A2-CD6B-38EF-7D2C35FE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D34C1-78D3-48BB-9E21-30D609A0C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49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E6C98-BE41-B67C-73FB-71C2C4F77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E7E50A-1639-0F5F-87CB-931E8ACD0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18A1-1AB1-4A2A-BE01-CF39639CD2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80F88E-674F-E433-64A7-86BC608E4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B7686-3AC9-830C-6726-F9F777872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D34C1-78D3-48BB-9E21-30D609A0C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28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6BD704-1875-29F4-B444-8C9567884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18A1-1AB1-4A2A-BE01-CF39639CD2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C42D58-D2E9-B476-73B0-B441C145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DF109-7EAB-43B9-3AB1-32517BABF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D34C1-78D3-48BB-9E21-30D609A0C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3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D5E-D61B-76AB-CA1E-EFFD46F2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96808-0736-9921-2028-AD719982C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B6BFE-EB8A-0C2C-82EF-11FDA24D7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70CC4-2CF5-9052-1DE8-B1A3DA7E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18A1-1AB1-4A2A-BE01-CF39639CD2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5230E-5858-144C-294C-CB68B544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19480-F76B-6058-7812-9035319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D34C1-78D3-48BB-9E21-30D609A0C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2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462BA-B77F-AC4B-AB26-E44A8A5B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756B9-7BA2-EFC6-AC82-7A3590B6DD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CC771-3F5B-AE3B-E434-2F88E93E6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E3BB7-82E9-A1B3-9C13-805AA61F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18A1-1AB1-4A2A-BE01-CF39639CD2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8FC34-9542-043E-B7FA-83B80C5D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EF264-0756-05F9-3776-79A53C633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D34C1-78D3-48BB-9E21-30D609A0C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82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98C4B-87F1-C1D2-9BF7-02F99A68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9EBF8-4BAF-3441-44BB-FFE6CF951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545E4-358C-23C9-41C5-974BBB4E9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18A1-1AB1-4A2A-BE01-CF39639CD2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140A0-A878-E14C-69AE-B7280B3ED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C6EC3-90E6-F1E6-CD28-C669AE06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D34C1-78D3-48BB-9E21-30D609A0C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68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93575D-0AED-B7B5-080E-26A12D196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3DB20-747B-E7E6-08DC-47BD68AB8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D6AA8-4341-244D-6DC7-D70B46F17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18A1-1AB1-4A2A-BE01-CF39639CD2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5E9CE-D668-F8E0-6D70-C09E4A2F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E8A91-DB8A-A8C5-1F6B-7D32C705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D34C1-78D3-48BB-9E21-30D609A0C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48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0C4CBB-C9CD-CB2E-5820-A1B0B8794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32241-AC37-E89E-3A17-044FA7858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860D7-19E0-CBF8-EAC0-AF181041CD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118A1-1AB1-4A2A-BE01-CF39639CD2F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4DA49-BFCB-C492-801D-FAC8132E5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3C79D-1B41-B53B-80C9-A28AEABB9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D34C1-78D3-48BB-9E21-30D609A0C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1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D97D3-E57F-BC73-57D2-B1CBD4105B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악세서리 결합 가이드 </a:t>
            </a:r>
            <a:br>
              <a:rPr lang="en-US" altLang="ko-KR" dirty="0"/>
            </a:br>
            <a:r>
              <a:rPr lang="ko-KR" altLang="en-US" dirty="0"/>
              <a:t>참조 프로세스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F4DB0-23B6-9416-273F-9BC0C686D4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740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12540-59ED-7294-A5B1-378CF4830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66E806-3DB4-7D22-C44B-613F71687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609"/>
            <a:ext cx="12192000" cy="67947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D031FD-086C-7F0E-6158-CDA585E8B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179" y="518831"/>
            <a:ext cx="2800741" cy="402963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DD08885-61F8-1224-8A5B-96545DD059E4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9734550" y="4548468"/>
            <a:ext cx="552450" cy="115700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1044DC2-873B-119F-DEE1-465C8FC0CA74}"/>
              </a:ext>
            </a:extLst>
          </p:cNvPr>
          <p:cNvSpPr/>
          <p:nvPr/>
        </p:nvSpPr>
        <p:spPr>
          <a:xfrm>
            <a:off x="10287000" y="4867275"/>
            <a:ext cx="1428750" cy="17145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61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13DE52-B92E-CF53-0C7B-4D284BB65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609"/>
            <a:ext cx="12192000" cy="6794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08AE02-B165-74CC-8031-42E100B8B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172" y="852179"/>
            <a:ext cx="4965740" cy="39674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40D19B-E1AF-EB52-ED44-6A943486339D}"/>
              </a:ext>
            </a:extLst>
          </p:cNvPr>
          <p:cNvCxnSpPr>
            <a:cxnSpLocks/>
            <a:stCxn id="9" idx="3"/>
            <a:endCxn id="7" idx="2"/>
          </p:cNvCxnSpPr>
          <p:nvPr/>
        </p:nvCxnSpPr>
        <p:spPr>
          <a:xfrm flipV="1">
            <a:off x="6765579" y="4819651"/>
            <a:ext cx="2572463" cy="8572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E3922C7-19CD-0D12-4275-01AAF0625E23}"/>
              </a:ext>
            </a:extLst>
          </p:cNvPr>
          <p:cNvSpPr/>
          <p:nvPr/>
        </p:nvSpPr>
        <p:spPr>
          <a:xfrm>
            <a:off x="5336829" y="4819651"/>
            <a:ext cx="1428750" cy="17145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09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16B08-9697-023C-C867-27CDF8300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86E830-A139-19D4-1747-CFCA0700B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58" y="0"/>
            <a:ext cx="96818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415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88C25-43C2-79CD-FB72-84DB2CC98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DE30CB-3094-0FB9-EAB4-05A904A3B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58" y="0"/>
            <a:ext cx="968188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1DD2DC-9FCA-D5D2-74FE-C9FBB43AC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88" y="923685"/>
            <a:ext cx="3768952" cy="234339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ACA13C-F1BA-71EB-732F-181EAEE18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6559" y="923685"/>
            <a:ext cx="3573966" cy="242846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D79673-DF5C-2DF5-3B05-75A265F9DE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4852" y="923685"/>
            <a:ext cx="3695084" cy="234339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50712F1-8114-56F5-E99F-BCF73EF996F8}"/>
              </a:ext>
            </a:extLst>
          </p:cNvPr>
          <p:cNvCxnSpPr>
            <a:cxnSpLocks/>
            <a:stCxn id="4" idx="3"/>
            <a:endCxn id="13" idx="2"/>
          </p:cNvCxnSpPr>
          <p:nvPr/>
        </p:nvCxnSpPr>
        <p:spPr>
          <a:xfrm flipV="1">
            <a:off x="7248526" y="3267075"/>
            <a:ext cx="2743868" cy="11049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67EB214-FDCC-E206-AC3A-29D5D5088B8E}"/>
              </a:ext>
            </a:extLst>
          </p:cNvPr>
          <p:cNvSpPr/>
          <p:nvPr/>
        </p:nvSpPr>
        <p:spPr>
          <a:xfrm>
            <a:off x="4009312" y="3667126"/>
            <a:ext cx="3239214" cy="14096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DA92DF4-18B7-C00C-B537-C21F29637BCF}"/>
              </a:ext>
            </a:extLst>
          </p:cNvPr>
          <p:cNvCxnSpPr>
            <a:cxnSpLocks/>
            <a:stCxn id="4" idx="1"/>
            <a:endCxn id="6" idx="2"/>
          </p:cNvCxnSpPr>
          <p:nvPr/>
        </p:nvCxnSpPr>
        <p:spPr>
          <a:xfrm flipH="1" flipV="1">
            <a:off x="2570764" y="3267075"/>
            <a:ext cx="1438548" cy="11049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EE63AB-001D-3490-F519-B628FA0414C4}"/>
              </a:ext>
            </a:extLst>
          </p:cNvPr>
          <p:cNvCxnSpPr>
            <a:cxnSpLocks/>
            <a:stCxn id="4" idx="0"/>
            <a:endCxn id="11" idx="2"/>
          </p:cNvCxnSpPr>
          <p:nvPr/>
        </p:nvCxnSpPr>
        <p:spPr>
          <a:xfrm flipV="1">
            <a:off x="5628919" y="3352149"/>
            <a:ext cx="594623" cy="3149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650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악세서리 결합 가이드  참조 프로세스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Jung</dc:creator>
  <cp:lastModifiedBy>Steve Jung</cp:lastModifiedBy>
  <cp:revision>1</cp:revision>
  <dcterms:created xsi:type="dcterms:W3CDTF">2026-06-25T16:01:48Z</dcterms:created>
  <dcterms:modified xsi:type="dcterms:W3CDTF">2026-06-25T16:08:21Z</dcterms:modified>
</cp:coreProperties>
</file>